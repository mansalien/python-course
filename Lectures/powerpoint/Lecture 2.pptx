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313" r:id="rId2"/>
    <p:sldId id="258" r:id="rId3"/>
    <p:sldId id="311" r:id="rId4"/>
    <p:sldId id="291" r:id="rId5"/>
    <p:sldId id="260" r:id="rId6"/>
    <p:sldId id="296" r:id="rId7"/>
    <p:sldId id="299" r:id="rId8"/>
    <p:sldId id="272" r:id="rId9"/>
    <p:sldId id="276" r:id="rId10"/>
    <p:sldId id="292" r:id="rId11"/>
    <p:sldId id="284" r:id="rId12"/>
    <p:sldId id="286" r:id="rId13"/>
    <p:sldId id="285" r:id="rId14"/>
    <p:sldId id="298" r:id="rId15"/>
    <p:sldId id="300" r:id="rId16"/>
    <p:sldId id="301" r:id="rId17"/>
    <p:sldId id="302" r:id="rId18"/>
    <p:sldId id="303" r:id="rId19"/>
    <p:sldId id="304" r:id="rId20"/>
    <p:sldId id="305" r:id="rId21"/>
    <p:sldId id="310" r:id="rId22"/>
    <p:sldId id="306" r:id="rId23"/>
    <p:sldId id="307" r:id="rId24"/>
    <p:sldId id="30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5"/>
  </p:normalViewPr>
  <p:slideViewPr>
    <p:cSldViewPr snapToGrid="0">
      <p:cViewPr varScale="1">
        <p:scale>
          <a:sx n="75" d="100"/>
          <a:sy n="75" d="100"/>
        </p:scale>
        <p:origin x="70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9F9A14-BC11-416C-9235-19145E060E4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60F5F9-0300-41D2-B0A6-07D2DDC10744}">
      <dgm:prSet/>
      <dgm:spPr/>
      <dgm:t>
        <a:bodyPr/>
        <a:lstStyle/>
        <a:p>
          <a:pPr>
            <a:lnSpc>
              <a:spcPct val="100000"/>
            </a:lnSpc>
          </a:pPr>
          <a:r>
            <a:rPr lang="en-AU"/>
            <a:t>Variables, assignment, and naming conventions </a:t>
          </a:r>
          <a:endParaRPr lang="en-US"/>
        </a:p>
      </dgm:t>
    </dgm:pt>
    <dgm:pt modelId="{F503F9AD-A2D7-4FA4-86CE-B917B4B1A778}" type="parTrans" cxnId="{DE6A2046-9613-41EA-9607-DEFAB007470F}">
      <dgm:prSet/>
      <dgm:spPr/>
      <dgm:t>
        <a:bodyPr/>
        <a:lstStyle/>
        <a:p>
          <a:endParaRPr lang="en-US"/>
        </a:p>
      </dgm:t>
    </dgm:pt>
    <dgm:pt modelId="{CD62DA34-EB52-4D35-AD57-7532AD0570D5}" type="sibTrans" cxnId="{DE6A2046-9613-41EA-9607-DEFAB007470F}">
      <dgm:prSet/>
      <dgm:spPr/>
      <dgm:t>
        <a:bodyPr/>
        <a:lstStyle/>
        <a:p>
          <a:endParaRPr lang="en-US"/>
        </a:p>
      </dgm:t>
    </dgm:pt>
    <dgm:pt modelId="{CF84CDC2-C2E1-4693-8E00-9A8255A2E7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Arithmetic operations and precedence </a:t>
          </a:r>
        </a:p>
      </dgm:t>
    </dgm:pt>
    <dgm:pt modelId="{7B49C355-1F39-41A2-8A44-05EB1591C40A}" type="parTrans" cxnId="{63F46EFC-98AE-4BA0-B7FA-B3E315259A64}">
      <dgm:prSet/>
      <dgm:spPr/>
      <dgm:t>
        <a:bodyPr/>
        <a:lstStyle/>
        <a:p>
          <a:endParaRPr lang="en-US"/>
        </a:p>
      </dgm:t>
    </dgm:pt>
    <dgm:pt modelId="{93D8763E-7C14-4CAF-9DCC-0552DBBA5199}" type="sibTrans" cxnId="{63F46EFC-98AE-4BA0-B7FA-B3E315259A64}">
      <dgm:prSet/>
      <dgm:spPr/>
      <dgm:t>
        <a:bodyPr/>
        <a:lstStyle/>
        <a:p>
          <a:endParaRPr lang="en-US"/>
        </a:p>
      </dgm:t>
    </dgm:pt>
    <dgm:pt modelId="{E5CAECB0-5E1C-45A4-9A53-FC01F328B1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Comparison operators (==, !=, &lt;, &gt;, etc.)</a:t>
          </a:r>
        </a:p>
      </dgm:t>
    </dgm:pt>
    <dgm:pt modelId="{D8A127E2-6229-4282-812B-6EFB57517CA1}" type="parTrans" cxnId="{C4B04CF2-830E-4FA6-8CD9-6B22614602C9}">
      <dgm:prSet/>
      <dgm:spPr/>
      <dgm:t>
        <a:bodyPr/>
        <a:lstStyle/>
        <a:p>
          <a:endParaRPr lang="en-US"/>
        </a:p>
      </dgm:t>
    </dgm:pt>
    <dgm:pt modelId="{EBE0BD5F-9FB8-4B59-BEAB-316E1551BD19}" type="sibTrans" cxnId="{C4B04CF2-830E-4FA6-8CD9-6B22614602C9}">
      <dgm:prSet/>
      <dgm:spPr/>
      <dgm:t>
        <a:bodyPr/>
        <a:lstStyle/>
        <a:p>
          <a:endParaRPr lang="en-US"/>
        </a:p>
      </dgm:t>
    </dgm:pt>
    <dgm:pt modelId="{13F426B3-D880-4CBE-A270-1F5A02C457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Conditional statements (`if`, `</a:t>
          </a:r>
          <a:r>
            <a:rPr lang="en-US" dirty="0" err="1"/>
            <a:t>elif</a:t>
          </a:r>
          <a:r>
            <a:rPr lang="en-US" dirty="0"/>
            <a:t>`, `else`)</a:t>
          </a:r>
        </a:p>
      </dgm:t>
    </dgm:pt>
    <dgm:pt modelId="{7882475E-FC36-4377-8735-90B44F329497}" type="parTrans" cxnId="{EF10F845-2E7B-477D-A290-BE66723D6A37}">
      <dgm:prSet/>
      <dgm:spPr/>
      <dgm:t>
        <a:bodyPr/>
        <a:lstStyle/>
        <a:p>
          <a:endParaRPr lang="en-US"/>
        </a:p>
      </dgm:t>
    </dgm:pt>
    <dgm:pt modelId="{A08D5BAE-6106-40B9-B344-982D58083CA5}" type="sibTrans" cxnId="{EF10F845-2E7B-477D-A290-BE66723D6A37}">
      <dgm:prSet/>
      <dgm:spPr/>
      <dgm:t>
        <a:bodyPr/>
        <a:lstStyle/>
        <a:p>
          <a:endParaRPr lang="en-US"/>
        </a:p>
      </dgm:t>
    </dgm:pt>
    <dgm:pt modelId="{97334EB3-0EB9-4AD2-BFA9-A0CA22400D08}" type="pres">
      <dgm:prSet presAssocID="{4D9F9A14-BC11-416C-9235-19145E060E49}" presName="root" presStyleCnt="0">
        <dgm:presLayoutVars>
          <dgm:dir/>
          <dgm:resizeHandles val="exact"/>
        </dgm:presLayoutVars>
      </dgm:prSet>
      <dgm:spPr/>
    </dgm:pt>
    <dgm:pt modelId="{B8C28045-2CC9-4569-B67F-683474ABDB8C}" type="pres">
      <dgm:prSet presAssocID="{1560F5F9-0300-41D2-B0A6-07D2DDC10744}" presName="compNode" presStyleCnt="0"/>
      <dgm:spPr/>
    </dgm:pt>
    <dgm:pt modelId="{9EC2668A-0FD3-4847-95FD-FB4547A0E475}" type="pres">
      <dgm:prSet presAssocID="{1560F5F9-0300-41D2-B0A6-07D2DDC10744}" presName="bgRect" presStyleLbl="bgShp" presStyleIdx="0" presStyleCnt="4"/>
      <dgm:spPr/>
    </dgm:pt>
    <dgm:pt modelId="{10A37256-302A-4374-A5F2-946EBFCA5076}" type="pres">
      <dgm:prSet presAssocID="{1560F5F9-0300-41D2-B0A6-07D2DDC1074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51588DF-0918-402A-B04C-61A28260B786}" type="pres">
      <dgm:prSet presAssocID="{1560F5F9-0300-41D2-B0A6-07D2DDC10744}" presName="spaceRect" presStyleCnt="0"/>
      <dgm:spPr/>
    </dgm:pt>
    <dgm:pt modelId="{33532D81-D2B0-412D-AD62-313725CC19FF}" type="pres">
      <dgm:prSet presAssocID="{1560F5F9-0300-41D2-B0A6-07D2DDC10744}" presName="parTx" presStyleLbl="revTx" presStyleIdx="0" presStyleCnt="4">
        <dgm:presLayoutVars>
          <dgm:chMax val="0"/>
          <dgm:chPref val="0"/>
        </dgm:presLayoutVars>
      </dgm:prSet>
      <dgm:spPr/>
    </dgm:pt>
    <dgm:pt modelId="{BAD7834C-52A4-4F3C-834E-1B043591ECF4}" type="pres">
      <dgm:prSet presAssocID="{CD62DA34-EB52-4D35-AD57-7532AD0570D5}" presName="sibTrans" presStyleCnt="0"/>
      <dgm:spPr/>
    </dgm:pt>
    <dgm:pt modelId="{39F0625C-2F88-4187-A6BC-BD7165BFC302}" type="pres">
      <dgm:prSet presAssocID="{CF84CDC2-C2E1-4693-8E00-9A8255A2E705}" presName="compNode" presStyleCnt="0"/>
      <dgm:spPr/>
    </dgm:pt>
    <dgm:pt modelId="{AB80F681-667E-4BB2-81EA-EA157C53EAE2}" type="pres">
      <dgm:prSet presAssocID="{CF84CDC2-C2E1-4693-8E00-9A8255A2E705}" presName="bgRect" presStyleLbl="bgShp" presStyleIdx="1" presStyleCnt="4"/>
      <dgm:spPr/>
    </dgm:pt>
    <dgm:pt modelId="{B541B31D-CCBA-47BE-9FC0-586EBEB03AD0}" type="pres">
      <dgm:prSet presAssocID="{CF84CDC2-C2E1-4693-8E00-9A8255A2E70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1A5950E-C16A-4EC2-9BD5-DDE4549D80C7}" type="pres">
      <dgm:prSet presAssocID="{CF84CDC2-C2E1-4693-8E00-9A8255A2E705}" presName="spaceRect" presStyleCnt="0"/>
      <dgm:spPr/>
    </dgm:pt>
    <dgm:pt modelId="{D0084129-D236-4932-9B7C-FB2E6E81F297}" type="pres">
      <dgm:prSet presAssocID="{CF84CDC2-C2E1-4693-8E00-9A8255A2E705}" presName="parTx" presStyleLbl="revTx" presStyleIdx="1" presStyleCnt="4">
        <dgm:presLayoutVars>
          <dgm:chMax val="0"/>
          <dgm:chPref val="0"/>
        </dgm:presLayoutVars>
      </dgm:prSet>
      <dgm:spPr/>
    </dgm:pt>
    <dgm:pt modelId="{16817EEA-472F-42FF-B7A2-CDC6931416EC}" type="pres">
      <dgm:prSet presAssocID="{93D8763E-7C14-4CAF-9DCC-0552DBBA5199}" presName="sibTrans" presStyleCnt="0"/>
      <dgm:spPr/>
    </dgm:pt>
    <dgm:pt modelId="{41CD9C7D-7E1D-490C-995D-017D2EB30FF9}" type="pres">
      <dgm:prSet presAssocID="{E5CAECB0-5E1C-45A4-9A53-FC01F328B1AC}" presName="compNode" presStyleCnt="0"/>
      <dgm:spPr/>
    </dgm:pt>
    <dgm:pt modelId="{DF01857D-7B37-4B16-AA2C-81D12B0F371F}" type="pres">
      <dgm:prSet presAssocID="{E5CAECB0-5E1C-45A4-9A53-FC01F328B1AC}" presName="bgRect" presStyleLbl="bgShp" presStyleIdx="2" presStyleCnt="4"/>
      <dgm:spPr/>
    </dgm:pt>
    <dgm:pt modelId="{3A6417EA-8049-484F-9B21-1606BA11EE01}" type="pres">
      <dgm:prSet presAssocID="{E5CAECB0-5E1C-45A4-9A53-FC01F328B1A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A1A8A464-6438-44EA-9EC5-163B9AF2A9B3}" type="pres">
      <dgm:prSet presAssocID="{E5CAECB0-5E1C-45A4-9A53-FC01F328B1AC}" presName="spaceRect" presStyleCnt="0"/>
      <dgm:spPr/>
    </dgm:pt>
    <dgm:pt modelId="{41C46FD6-F3A5-4D28-AA79-D5DE9AFB4260}" type="pres">
      <dgm:prSet presAssocID="{E5CAECB0-5E1C-45A4-9A53-FC01F328B1AC}" presName="parTx" presStyleLbl="revTx" presStyleIdx="2" presStyleCnt="4">
        <dgm:presLayoutVars>
          <dgm:chMax val="0"/>
          <dgm:chPref val="0"/>
        </dgm:presLayoutVars>
      </dgm:prSet>
      <dgm:spPr/>
    </dgm:pt>
    <dgm:pt modelId="{BF0E7AFB-9C1A-4BDA-B2BD-79B6D94F2EAC}" type="pres">
      <dgm:prSet presAssocID="{EBE0BD5F-9FB8-4B59-BEAB-316E1551BD19}" presName="sibTrans" presStyleCnt="0"/>
      <dgm:spPr/>
    </dgm:pt>
    <dgm:pt modelId="{E6B5F1C8-DFBA-4D50-ABFD-391AB7185015}" type="pres">
      <dgm:prSet presAssocID="{13F426B3-D880-4CBE-A270-1F5A02C457B7}" presName="compNode" presStyleCnt="0"/>
      <dgm:spPr/>
    </dgm:pt>
    <dgm:pt modelId="{CC4EC11C-E567-47E3-9FEC-B89425D66A45}" type="pres">
      <dgm:prSet presAssocID="{13F426B3-D880-4CBE-A270-1F5A02C457B7}" presName="bgRect" presStyleLbl="bgShp" presStyleIdx="3" presStyleCnt="4"/>
      <dgm:spPr/>
    </dgm:pt>
    <dgm:pt modelId="{64C68413-48C0-461F-A17C-1B31AA6668EE}" type="pres">
      <dgm:prSet presAssocID="{13F426B3-D880-4CBE-A270-1F5A02C457B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41F6C5AC-DFA3-4308-8784-D5D899EA24AE}" type="pres">
      <dgm:prSet presAssocID="{13F426B3-D880-4CBE-A270-1F5A02C457B7}" presName="spaceRect" presStyleCnt="0"/>
      <dgm:spPr/>
    </dgm:pt>
    <dgm:pt modelId="{4A33D5FD-4344-4AA5-B3D8-BBD70B8BA18A}" type="pres">
      <dgm:prSet presAssocID="{13F426B3-D880-4CBE-A270-1F5A02C457B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4C83D06-B089-4297-9756-802E7B8932E0}" type="presOf" srcId="{E5CAECB0-5E1C-45A4-9A53-FC01F328B1AC}" destId="{41C46FD6-F3A5-4D28-AA79-D5DE9AFB4260}" srcOrd="0" destOrd="0" presId="urn:microsoft.com/office/officeart/2018/2/layout/IconVerticalSolidList"/>
    <dgm:cxn modelId="{5E9F1460-61BE-48EE-A170-D57A4F19D5D6}" type="presOf" srcId="{13F426B3-D880-4CBE-A270-1F5A02C457B7}" destId="{4A33D5FD-4344-4AA5-B3D8-BBD70B8BA18A}" srcOrd="0" destOrd="0" presId="urn:microsoft.com/office/officeart/2018/2/layout/IconVerticalSolidList"/>
    <dgm:cxn modelId="{18EA6464-F3F4-4CA9-B6CE-5B55187CEA52}" type="presOf" srcId="{1560F5F9-0300-41D2-B0A6-07D2DDC10744}" destId="{33532D81-D2B0-412D-AD62-313725CC19FF}" srcOrd="0" destOrd="0" presId="urn:microsoft.com/office/officeart/2018/2/layout/IconVerticalSolidList"/>
    <dgm:cxn modelId="{EF10F845-2E7B-477D-A290-BE66723D6A37}" srcId="{4D9F9A14-BC11-416C-9235-19145E060E49}" destId="{13F426B3-D880-4CBE-A270-1F5A02C457B7}" srcOrd="3" destOrd="0" parTransId="{7882475E-FC36-4377-8735-90B44F329497}" sibTransId="{A08D5BAE-6106-40B9-B344-982D58083CA5}"/>
    <dgm:cxn modelId="{DE6A2046-9613-41EA-9607-DEFAB007470F}" srcId="{4D9F9A14-BC11-416C-9235-19145E060E49}" destId="{1560F5F9-0300-41D2-B0A6-07D2DDC10744}" srcOrd="0" destOrd="0" parTransId="{F503F9AD-A2D7-4FA4-86CE-B917B4B1A778}" sibTransId="{CD62DA34-EB52-4D35-AD57-7532AD0570D5}"/>
    <dgm:cxn modelId="{4EF58EE4-58D1-4B59-B6D3-4BE1E81C892D}" type="presOf" srcId="{4D9F9A14-BC11-416C-9235-19145E060E49}" destId="{97334EB3-0EB9-4AD2-BFA9-A0CA22400D08}" srcOrd="0" destOrd="0" presId="urn:microsoft.com/office/officeart/2018/2/layout/IconVerticalSolidList"/>
    <dgm:cxn modelId="{C5C30BF0-5DDE-47B7-9C48-A2CEC427B5FB}" type="presOf" srcId="{CF84CDC2-C2E1-4693-8E00-9A8255A2E705}" destId="{D0084129-D236-4932-9B7C-FB2E6E81F297}" srcOrd="0" destOrd="0" presId="urn:microsoft.com/office/officeart/2018/2/layout/IconVerticalSolidList"/>
    <dgm:cxn modelId="{C4B04CF2-830E-4FA6-8CD9-6B22614602C9}" srcId="{4D9F9A14-BC11-416C-9235-19145E060E49}" destId="{E5CAECB0-5E1C-45A4-9A53-FC01F328B1AC}" srcOrd="2" destOrd="0" parTransId="{D8A127E2-6229-4282-812B-6EFB57517CA1}" sibTransId="{EBE0BD5F-9FB8-4B59-BEAB-316E1551BD19}"/>
    <dgm:cxn modelId="{63F46EFC-98AE-4BA0-B7FA-B3E315259A64}" srcId="{4D9F9A14-BC11-416C-9235-19145E060E49}" destId="{CF84CDC2-C2E1-4693-8E00-9A8255A2E705}" srcOrd="1" destOrd="0" parTransId="{7B49C355-1F39-41A2-8A44-05EB1591C40A}" sibTransId="{93D8763E-7C14-4CAF-9DCC-0552DBBA5199}"/>
    <dgm:cxn modelId="{90E63F06-3A4C-4E44-9FA6-CD368063B636}" type="presParOf" srcId="{97334EB3-0EB9-4AD2-BFA9-A0CA22400D08}" destId="{B8C28045-2CC9-4569-B67F-683474ABDB8C}" srcOrd="0" destOrd="0" presId="urn:microsoft.com/office/officeart/2018/2/layout/IconVerticalSolidList"/>
    <dgm:cxn modelId="{766697D8-9E60-4E58-8A47-5660CF225E31}" type="presParOf" srcId="{B8C28045-2CC9-4569-B67F-683474ABDB8C}" destId="{9EC2668A-0FD3-4847-95FD-FB4547A0E475}" srcOrd="0" destOrd="0" presId="urn:microsoft.com/office/officeart/2018/2/layout/IconVerticalSolidList"/>
    <dgm:cxn modelId="{9B4D8F5E-17E5-47BB-BA37-6BCA13164A4B}" type="presParOf" srcId="{B8C28045-2CC9-4569-B67F-683474ABDB8C}" destId="{10A37256-302A-4374-A5F2-946EBFCA5076}" srcOrd="1" destOrd="0" presId="urn:microsoft.com/office/officeart/2018/2/layout/IconVerticalSolidList"/>
    <dgm:cxn modelId="{892E55C2-B7EB-428B-BF3C-30B7226B67C1}" type="presParOf" srcId="{B8C28045-2CC9-4569-B67F-683474ABDB8C}" destId="{551588DF-0918-402A-B04C-61A28260B786}" srcOrd="2" destOrd="0" presId="urn:microsoft.com/office/officeart/2018/2/layout/IconVerticalSolidList"/>
    <dgm:cxn modelId="{7DF4B73B-C276-4204-B96D-B5FDFC636322}" type="presParOf" srcId="{B8C28045-2CC9-4569-B67F-683474ABDB8C}" destId="{33532D81-D2B0-412D-AD62-313725CC19FF}" srcOrd="3" destOrd="0" presId="urn:microsoft.com/office/officeart/2018/2/layout/IconVerticalSolidList"/>
    <dgm:cxn modelId="{6AEFDD8A-2EE1-4923-8223-194EEF4CA9B0}" type="presParOf" srcId="{97334EB3-0EB9-4AD2-BFA9-A0CA22400D08}" destId="{BAD7834C-52A4-4F3C-834E-1B043591ECF4}" srcOrd="1" destOrd="0" presId="urn:microsoft.com/office/officeart/2018/2/layout/IconVerticalSolidList"/>
    <dgm:cxn modelId="{B3A2B4DF-C7D6-4DD5-82B8-3968C1A5A4DE}" type="presParOf" srcId="{97334EB3-0EB9-4AD2-BFA9-A0CA22400D08}" destId="{39F0625C-2F88-4187-A6BC-BD7165BFC302}" srcOrd="2" destOrd="0" presId="urn:microsoft.com/office/officeart/2018/2/layout/IconVerticalSolidList"/>
    <dgm:cxn modelId="{D8FF935D-3848-4795-AD66-4C2C94543F56}" type="presParOf" srcId="{39F0625C-2F88-4187-A6BC-BD7165BFC302}" destId="{AB80F681-667E-4BB2-81EA-EA157C53EAE2}" srcOrd="0" destOrd="0" presId="urn:microsoft.com/office/officeart/2018/2/layout/IconVerticalSolidList"/>
    <dgm:cxn modelId="{DF567739-6E18-433D-AC2E-021A6619C50F}" type="presParOf" srcId="{39F0625C-2F88-4187-A6BC-BD7165BFC302}" destId="{B541B31D-CCBA-47BE-9FC0-586EBEB03AD0}" srcOrd="1" destOrd="0" presId="urn:microsoft.com/office/officeart/2018/2/layout/IconVerticalSolidList"/>
    <dgm:cxn modelId="{31672661-0D7F-416D-A485-4F2BE9F99815}" type="presParOf" srcId="{39F0625C-2F88-4187-A6BC-BD7165BFC302}" destId="{51A5950E-C16A-4EC2-9BD5-DDE4549D80C7}" srcOrd="2" destOrd="0" presId="urn:microsoft.com/office/officeart/2018/2/layout/IconVerticalSolidList"/>
    <dgm:cxn modelId="{4CBF1F4B-84ED-4AD6-8105-664B8DBA94AA}" type="presParOf" srcId="{39F0625C-2F88-4187-A6BC-BD7165BFC302}" destId="{D0084129-D236-4932-9B7C-FB2E6E81F297}" srcOrd="3" destOrd="0" presId="urn:microsoft.com/office/officeart/2018/2/layout/IconVerticalSolidList"/>
    <dgm:cxn modelId="{9D13AC9D-9057-48AB-AFE1-F03FA5C436A0}" type="presParOf" srcId="{97334EB3-0EB9-4AD2-BFA9-A0CA22400D08}" destId="{16817EEA-472F-42FF-B7A2-CDC6931416EC}" srcOrd="3" destOrd="0" presId="urn:microsoft.com/office/officeart/2018/2/layout/IconVerticalSolidList"/>
    <dgm:cxn modelId="{D73FF1A2-F6D2-4D23-A419-DE52A91C0738}" type="presParOf" srcId="{97334EB3-0EB9-4AD2-BFA9-A0CA22400D08}" destId="{41CD9C7D-7E1D-490C-995D-017D2EB30FF9}" srcOrd="4" destOrd="0" presId="urn:microsoft.com/office/officeart/2018/2/layout/IconVerticalSolidList"/>
    <dgm:cxn modelId="{7163EE0D-1FAE-46CD-814A-A4103386C113}" type="presParOf" srcId="{41CD9C7D-7E1D-490C-995D-017D2EB30FF9}" destId="{DF01857D-7B37-4B16-AA2C-81D12B0F371F}" srcOrd="0" destOrd="0" presId="urn:microsoft.com/office/officeart/2018/2/layout/IconVerticalSolidList"/>
    <dgm:cxn modelId="{5B2CFC8A-FD22-42C1-BC3D-5D205A356231}" type="presParOf" srcId="{41CD9C7D-7E1D-490C-995D-017D2EB30FF9}" destId="{3A6417EA-8049-484F-9B21-1606BA11EE01}" srcOrd="1" destOrd="0" presId="urn:microsoft.com/office/officeart/2018/2/layout/IconVerticalSolidList"/>
    <dgm:cxn modelId="{18BD03F5-39D7-46CA-B072-0C78DEAFD45C}" type="presParOf" srcId="{41CD9C7D-7E1D-490C-995D-017D2EB30FF9}" destId="{A1A8A464-6438-44EA-9EC5-163B9AF2A9B3}" srcOrd="2" destOrd="0" presId="urn:microsoft.com/office/officeart/2018/2/layout/IconVerticalSolidList"/>
    <dgm:cxn modelId="{66AD20D3-CEA0-4B69-9C19-8B0AAC09587C}" type="presParOf" srcId="{41CD9C7D-7E1D-490C-995D-017D2EB30FF9}" destId="{41C46FD6-F3A5-4D28-AA79-D5DE9AFB4260}" srcOrd="3" destOrd="0" presId="urn:microsoft.com/office/officeart/2018/2/layout/IconVerticalSolidList"/>
    <dgm:cxn modelId="{44D5C3FE-F9A9-4F23-A720-53DE614DA567}" type="presParOf" srcId="{97334EB3-0EB9-4AD2-BFA9-A0CA22400D08}" destId="{BF0E7AFB-9C1A-4BDA-B2BD-79B6D94F2EAC}" srcOrd="5" destOrd="0" presId="urn:microsoft.com/office/officeart/2018/2/layout/IconVerticalSolidList"/>
    <dgm:cxn modelId="{7DC6EE3F-BB79-48D3-B037-5E25CA7873CA}" type="presParOf" srcId="{97334EB3-0EB9-4AD2-BFA9-A0CA22400D08}" destId="{E6B5F1C8-DFBA-4D50-ABFD-391AB7185015}" srcOrd="6" destOrd="0" presId="urn:microsoft.com/office/officeart/2018/2/layout/IconVerticalSolidList"/>
    <dgm:cxn modelId="{450C98F5-6046-4563-8119-D91908147267}" type="presParOf" srcId="{E6B5F1C8-DFBA-4D50-ABFD-391AB7185015}" destId="{CC4EC11C-E567-47E3-9FEC-B89425D66A45}" srcOrd="0" destOrd="0" presId="urn:microsoft.com/office/officeart/2018/2/layout/IconVerticalSolidList"/>
    <dgm:cxn modelId="{E8245F5B-552C-4AB3-9AA2-F50B91A94443}" type="presParOf" srcId="{E6B5F1C8-DFBA-4D50-ABFD-391AB7185015}" destId="{64C68413-48C0-461F-A17C-1B31AA6668EE}" srcOrd="1" destOrd="0" presId="urn:microsoft.com/office/officeart/2018/2/layout/IconVerticalSolidList"/>
    <dgm:cxn modelId="{7AB4D48E-F310-4177-98BB-CA752FBF3102}" type="presParOf" srcId="{E6B5F1C8-DFBA-4D50-ABFD-391AB7185015}" destId="{41F6C5AC-DFA3-4308-8784-D5D899EA24AE}" srcOrd="2" destOrd="0" presId="urn:microsoft.com/office/officeart/2018/2/layout/IconVerticalSolidList"/>
    <dgm:cxn modelId="{40677BFF-5E0F-4F10-9568-AAB3F168C13F}" type="presParOf" srcId="{E6B5F1C8-DFBA-4D50-ABFD-391AB7185015}" destId="{4A33D5FD-4344-4AA5-B3D8-BBD70B8BA1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E1F69F-3D6A-4CFA-8E05-2684B8C4203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D26C055-6D88-48B9-8466-66A9E16ECD05}">
      <dgm:prSet custT="1"/>
      <dgm:spPr/>
      <dgm:t>
        <a:bodyPr/>
        <a:lstStyle/>
        <a:p>
          <a:r>
            <a:rPr lang="en-US" sz="1800" dirty="0"/>
            <a:t>A variable is a named place in the memory where a programmer can store data and later retrieve the data using the variable “name”</a:t>
          </a:r>
        </a:p>
      </dgm:t>
    </dgm:pt>
    <dgm:pt modelId="{3A87E546-6210-4746-8FD8-9EDEB852AB0E}" type="parTrans" cxnId="{ADB00FA8-2184-4490-A0F7-5864D6C846CA}">
      <dgm:prSet/>
      <dgm:spPr/>
      <dgm:t>
        <a:bodyPr/>
        <a:lstStyle/>
        <a:p>
          <a:endParaRPr lang="en-US" sz="2000"/>
        </a:p>
      </dgm:t>
    </dgm:pt>
    <dgm:pt modelId="{8DB7E957-1FCE-4050-9D7D-FE03BD2B837B}" type="sibTrans" cxnId="{ADB00FA8-2184-4490-A0F7-5864D6C846CA}">
      <dgm:prSet/>
      <dgm:spPr/>
      <dgm:t>
        <a:bodyPr/>
        <a:lstStyle/>
        <a:p>
          <a:endParaRPr lang="en-US" sz="2000"/>
        </a:p>
      </dgm:t>
    </dgm:pt>
    <dgm:pt modelId="{BC91529D-45E2-4E1B-BC77-22E82B29BF00}">
      <dgm:prSet custT="1"/>
      <dgm:spPr/>
      <dgm:t>
        <a:bodyPr/>
        <a:lstStyle/>
        <a:p>
          <a:r>
            <a:rPr lang="en-US" sz="1800"/>
            <a:t>Programmers get to choose the names of the variables</a:t>
          </a:r>
        </a:p>
      </dgm:t>
    </dgm:pt>
    <dgm:pt modelId="{AD39892C-44DE-4363-90C3-7AFBEA3998FB}" type="parTrans" cxnId="{234DE848-2CF7-48D5-90C7-136BCF36480E}">
      <dgm:prSet/>
      <dgm:spPr/>
      <dgm:t>
        <a:bodyPr/>
        <a:lstStyle/>
        <a:p>
          <a:endParaRPr lang="en-US" sz="2000"/>
        </a:p>
      </dgm:t>
    </dgm:pt>
    <dgm:pt modelId="{08BD23DA-A792-432E-878C-8411BDA0F7A4}" type="sibTrans" cxnId="{234DE848-2CF7-48D5-90C7-136BCF36480E}">
      <dgm:prSet/>
      <dgm:spPr/>
      <dgm:t>
        <a:bodyPr/>
        <a:lstStyle/>
        <a:p>
          <a:endParaRPr lang="en-US" sz="2000"/>
        </a:p>
      </dgm:t>
    </dgm:pt>
    <dgm:pt modelId="{A51841E6-5695-4733-BFE9-468476850965}">
      <dgm:prSet custT="1"/>
      <dgm:spPr/>
      <dgm:t>
        <a:bodyPr/>
        <a:lstStyle/>
        <a:p>
          <a:r>
            <a:rPr lang="en-US" sz="1800"/>
            <a:t>You can change the contents of a variable in a later statement</a:t>
          </a:r>
        </a:p>
      </dgm:t>
    </dgm:pt>
    <dgm:pt modelId="{102E1434-E01A-4E9C-925D-A15C93947C26}" type="parTrans" cxnId="{998F2D8E-6256-42EC-B3F9-467DB34A23E9}">
      <dgm:prSet/>
      <dgm:spPr/>
      <dgm:t>
        <a:bodyPr/>
        <a:lstStyle/>
        <a:p>
          <a:endParaRPr lang="en-US" sz="2000"/>
        </a:p>
      </dgm:t>
    </dgm:pt>
    <dgm:pt modelId="{9329D63C-26B8-4443-B4D7-A5579FD88387}" type="sibTrans" cxnId="{998F2D8E-6256-42EC-B3F9-467DB34A23E9}">
      <dgm:prSet/>
      <dgm:spPr/>
      <dgm:t>
        <a:bodyPr/>
        <a:lstStyle/>
        <a:p>
          <a:endParaRPr lang="en-US" sz="2000"/>
        </a:p>
      </dgm:t>
    </dgm:pt>
    <dgm:pt modelId="{4FF38578-CD8E-2D4E-8986-DA0B4AF4B33F}" type="pres">
      <dgm:prSet presAssocID="{76E1F69F-3D6A-4CFA-8E05-2684B8C42030}" presName="linear" presStyleCnt="0">
        <dgm:presLayoutVars>
          <dgm:animLvl val="lvl"/>
          <dgm:resizeHandles val="exact"/>
        </dgm:presLayoutVars>
      </dgm:prSet>
      <dgm:spPr/>
    </dgm:pt>
    <dgm:pt modelId="{B2F61666-AF53-8F41-8549-098A6F571FF8}" type="pres">
      <dgm:prSet presAssocID="{AD26C055-6D88-48B9-8466-66A9E16ECD0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CCA77B2-7B82-1146-836C-3A6C26FD8318}" type="pres">
      <dgm:prSet presAssocID="{8DB7E957-1FCE-4050-9D7D-FE03BD2B837B}" presName="spacer" presStyleCnt="0"/>
      <dgm:spPr/>
    </dgm:pt>
    <dgm:pt modelId="{5FDB74B3-CA1A-0142-9DB7-FC8110312F16}" type="pres">
      <dgm:prSet presAssocID="{BC91529D-45E2-4E1B-BC77-22E82B29BF0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6F4B5E4-D685-6044-9DCF-29703045F827}" type="pres">
      <dgm:prSet presAssocID="{08BD23DA-A792-432E-878C-8411BDA0F7A4}" presName="spacer" presStyleCnt="0"/>
      <dgm:spPr/>
    </dgm:pt>
    <dgm:pt modelId="{79547E7E-6B5C-D947-829E-C2F5523E0B2B}" type="pres">
      <dgm:prSet presAssocID="{A51841E6-5695-4733-BFE9-46847685096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A068E15-D162-EF43-A7FE-CEEC382DCA28}" type="presOf" srcId="{A51841E6-5695-4733-BFE9-468476850965}" destId="{79547E7E-6B5C-D947-829E-C2F5523E0B2B}" srcOrd="0" destOrd="0" presId="urn:microsoft.com/office/officeart/2005/8/layout/vList2"/>
    <dgm:cxn modelId="{AB0E3D2A-78FB-5243-AAA0-B9B32AB80294}" type="presOf" srcId="{AD26C055-6D88-48B9-8466-66A9E16ECD05}" destId="{B2F61666-AF53-8F41-8549-098A6F571FF8}" srcOrd="0" destOrd="0" presId="urn:microsoft.com/office/officeart/2005/8/layout/vList2"/>
    <dgm:cxn modelId="{234DE848-2CF7-48D5-90C7-136BCF36480E}" srcId="{76E1F69F-3D6A-4CFA-8E05-2684B8C42030}" destId="{BC91529D-45E2-4E1B-BC77-22E82B29BF00}" srcOrd="1" destOrd="0" parTransId="{AD39892C-44DE-4363-90C3-7AFBEA3998FB}" sibTransId="{08BD23DA-A792-432E-878C-8411BDA0F7A4}"/>
    <dgm:cxn modelId="{4A2E1A8A-976F-BC4E-9AE8-2F2C4E0238AF}" type="presOf" srcId="{BC91529D-45E2-4E1B-BC77-22E82B29BF00}" destId="{5FDB74B3-CA1A-0142-9DB7-FC8110312F16}" srcOrd="0" destOrd="0" presId="urn:microsoft.com/office/officeart/2005/8/layout/vList2"/>
    <dgm:cxn modelId="{998F2D8E-6256-42EC-B3F9-467DB34A23E9}" srcId="{76E1F69F-3D6A-4CFA-8E05-2684B8C42030}" destId="{A51841E6-5695-4733-BFE9-468476850965}" srcOrd="2" destOrd="0" parTransId="{102E1434-E01A-4E9C-925D-A15C93947C26}" sibTransId="{9329D63C-26B8-4443-B4D7-A5579FD88387}"/>
    <dgm:cxn modelId="{ADB00FA8-2184-4490-A0F7-5864D6C846CA}" srcId="{76E1F69F-3D6A-4CFA-8E05-2684B8C42030}" destId="{AD26C055-6D88-48B9-8466-66A9E16ECD05}" srcOrd="0" destOrd="0" parTransId="{3A87E546-6210-4746-8FD8-9EDEB852AB0E}" sibTransId="{8DB7E957-1FCE-4050-9D7D-FE03BD2B837B}"/>
    <dgm:cxn modelId="{32FE42AA-F881-6D44-959D-777958379C0C}" type="presOf" srcId="{76E1F69F-3D6A-4CFA-8E05-2684B8C42030}" destId="{4FF38578-CD8E-2D4E-8986-DA0B4AF4B33F}" srcOrd="0" destOrd="0" presId="urn:microsoft.com/office/officeart/2005/8/layout/vList2"/>
    <dgm:cxn modelId="{A820F975-095E-A448-8CED-D502C97F65BA}" type="presParOf" srcId="{4FF38578-CD8E-2D4E-8986-DA0B4AF4B33F}" destId="{B2F61666-AF53-8F41-8549-098A6F571FF8}" srcOrd="0" destOrd="0" presId="urn:microsoft.com/office/officeart/2005/8/layout/vList2"/>
    <dgm:cxn modelId="{88725AB1-FE07-3042-81A4-9CFF07E15D55}" type="presParOf" srcId="{4FF38578-CD8E-2D4E-8986-DA0B4AF4B33F}" destId="{5CCA77B2-7B82-1146-836C-3A6C26FD8318}" srcOrd="1" destOrd="0" presId="urn:microsoft.com/office/officeart/2005/8/layout/vList2"/>
    <dgm:cxn modelId="{CAEB5AB3-2BF6-104E-8ED0-A24D70CED026}" type="presParOf" srcId="{4FF38578-CD8E-2D4E-8986-DA0B4AF4B33F}" destId="{5FDB74B3-CA1A-0142-9DB7-FC8110312F16}" srcOrd="2" destOrd="0" presId="urn:microsoft.com/office/officeart/2005/8/layout/vList2"/>
    <dgm:cxn modelId="{A7887558-8AB2-B545-9E62-D28694809ECE}" type="presParOf" srcId="{4FF38578-CD8E-2D4E-8986-DA0B4AF4B33F}" destId="{E6F4B5E4-D685-6044-9DCF-29703045F827}" srcOrd="3" destOrd="0" presId="urn:microsoft.com/office/officeart/2005/8/layout/vList2"/>
    <dgm:cxn modelId="{88BDEB46-E999-F94D-9EC0-EDCEC03EE789}" type="presParOf" srcId="{4FF38578-CD8E-2D4E-8986-DA0B4AF4B33F}" destId="{79547E7E-6B5C-D947-829E-C2F5523E0B2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CADC04-B2DF-4940-8B0C-3BD999FD20C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3D23DCB-DCE4-4DA3-92D4-84ACC9F07416}">
      <dgm:prSet/>
      <dgm:spPr/>
      <dgm:t>
        <a:bodyPr/>
        <a:lstStyle/>
        <a:p>
          <a:r>
            <a:rPr lang="en-US"/>
            <a:t>A variable is a named place in the memory where a programmer can store data and later retrieve the data using the variable “name”</a:t>
          </a:r>
        </a:p>
      </dgm:t>
    </dgm:pt>
    <dgm:pt modelId="{C4D41271-349D-44FB-807D-0EDABDDE1219}" type="parTrans" cxnId="{229F27FE-35AB-49D1-B7AB-8F3FD825191A}">
      <dgm:prSet/>
      <dgm:spPr/>
      <dgm:t>
        <a:bodyPr/>
        <a:lstStyle/>
        <a:p>
          <a:endParaRPr lang="en-US"/>
        </a:p>
      </dgm:t>
    </dgm:pt>
    <dgm:pt modelId="{6A3C9278-185C-4F6A-9458-11A813A032C3}" type="sibTrans" cxnId="{229F27FE-35AB-49D1-B7AB-8F3FD825191A}">
      <dgm:prSet/>
      <dgm:spPr/>
      <dgm:t>
        <a:bodyPr/>
        <a:lstStyle/>
        <a:p>
          <a:endParaRPr lang="en-US"/>
        </a:p>
      </dgm:t>
    </dgm:pt>
    <dgm:pt modelId="{FD4EF88A-1DBF-4748-BC63-BE6578172376}">
      <dgm:prSet/>
      <dgm:spPr/>
      <dgm:t>
        <a:bodyPr/>
        <a:lstStyle/>
        <a:p>
          <a:r>
            <a:rPr lang="en-US"/>
            <a:t>Programmers get to choose the names of the variables</a:t>
          </a:r>
        </a:p>
      </dgm:t>
    </dgm:pt>
    <dgm:pt modelId="{A768D8A0-2DF7-4B91-9960-15DA8D5CC529}" type="parTrans" cxnId="{81708393-21EE-46E2-9392-3E1243BC5574}">
      <dgm:prSet/>
      <dgm:spPr/>
      <dgm:t>
        <a:bodyPr/>
        <a:lstStyle/>
        <a:p>
          <a:endParaRPr lang="en-US"/>
        </a:p>
      </dgm:t>
    </dgm:pt>
    <dgm:pt modelId="{BF74B1AA-C695-440E-B883-8DFB07C26538}" type="sibTrans" cxnId="{81708393-21EE-46E2-9392-3E1243BC5574}">
      <dgm:prSet/>
      <dgm:spPr/>
      <dgm:t>
        <a:bodyPr/>
        <a:lstStyle/>
        <a:p>
          <a:endParaRPr lang="en-US"/>
        </a:p>
      </dgm:t>
    </dgm:pt>
    <dgm:pt modelId="{55B4D5B7-3F61-41C9-AB81-FA4309786CBD}">
      <dgm:prSet/>
      <dgm:spPr/>
      <dgm:t>
        <a:bodyPr/>
        <a:lstStyle/>
        <a:p>
          <a:r>
            <a:rPr lang="en-US" dirty="0"/>
            <a:t>You can change the contents of a variable in a later statement</a:t>
          </a:r>
        </a:p>
      </dgm:t>
    </dgm:pt>
    <dgm:pt modelId="{B0E76E8A-349E-4C7A-9522-B420B0DA47AE}" type="parTrans" cxnId="{6164F7AC-A1C3-4D18-BE53-C278AFC0685D}">
      <dgm:prSet/>
      <dgm:spPr/>
      <dgm:t>
        <a:bodyPr/>
        <a:lstStyle/>
        <a:p>
          <a:endParaRPr lang="en-US"/>
        </a:p>
      </dgm:t>
    </dgm:pt>
    <dgm:pt modelId="{34C2D840-2BAE-4831-BF0B-98E1FEA6403E}" type="sibTrans" cxnId="{6164F7AC-A1C3-4D18-BE53-C278AFC0685D}">
      <dgm:prSet/>
      <dgm:spPr/>
      <dgm:t>
        <a:bodyPr/>
        <a:lstStyle/>
        <a:p>
          <a:endParaRPr lang="en-US"/>
        </a:p>
      </dgm:t>
    </dgm:pt>
    <dgm:pt modelId="{FB265D00-B0E7-BF44-9E74-E5A38F0A8693}" type="pres">
      <dgm:prSet presAssocID="{99CADC04-B2DF-4940-8B0C-3BD999FD20C5}" presName="linear" presStyleCnt="0">
        <dgm:presLayoutVars>
          <dgm:animLvl val="lvl"/>
          <dgm:resizeHandles val="exact"/>
        </dgm:presLayoutVars>
      </dgm:prSet>
      <dgm:spPr/>
    </dgm:pt>
    <dgm:pt modelId="{224E586B-13DC-6546-9B30-692356492ED0}" type="pres">
      <dgm:prSet presAssocID="{73D23DCB-DCE4-4DA3-92D4-84ACC9F074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5BF9824-F548-AC4A-ABE9-01D816D7DCAF}" type="pres">
      <dgm:prSet presAssocID="{6A3C9278-185C-4F6A-9458-11A813A032C3}" presName="spacer" presStyleCnt="0"/>
      <dgm:spPr/>
    </dgm:pt>
    <dgm:pt modelId="{F35A6AFD-9C9F-A34B-B48C-84F8F890E1E1}" type="pres">
      <dgm:prSet presAssocID="{FD4EF88A-1DBF-4748-BC63-BE657817237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0E5A811-500A-FE40-8BD1-0C84F17FF7BD}" type="pres">
      <dgm:prSet presAssocID="{BF74B1AA-C695-440E-B883-8DFB07C26538}" presName="spacer" presStyleCnt="0"/>
      <dgm:spPr/>
    </dgm:pt>
    <dgm:pt modelId="{EDF8A5D6-CE8C-E646-90A5-94B681DFD285}" type="pres">
      <dgm:prSet presAssocID="{55B4D5B7-3F61-41C9-AB81-FA4309786CB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1738E37-B623-5E4E-BF5C-E21893BC83DA}" type="presOf" srcId="{73D23DCB-DCE4-4DA3-92D4-84ACC9F07416}" destId="{224E586B-13DC-6546-9B30-692356492ED0}" srcOrd="0" destOrd="0" presId="urn:microsoft.com/office/officeart/2005/8/layout/vList2"/>
    <dgm:cxn modelId="{81708393-21EE-46E2-9392-3E1243BC5574}" srcId="{99CADC04-B2DF-4940-8B0C-3BD999FD20C5}" destId="{FD4EF88A-1DBF-4748-BC63-BE6578172376}" srcOrd="1" destOrd="0" parTransId="{A768D8A0-2DF7-4B91-9960-15DA8D5CC529}" sibTransId="{BF74B1AA-C695-440E-B883-8DFB07C26538}"/>
    <dgm:cxn modelId="{6164F7AC-A1C3-4D18-BE53-C278AFC0685D}" srcId="{99CADC04-B2DF-4940-8B0C-3BD999FD20C5}" destId="{55B4D5B7-3F61-41C9-AB81-FA4309786CBD}" srcOrd="2" destOrd="0" parTransId="{B0E76E8A-349E-4C7A-9522-B420B0DA47AE}" sibTransId="{34C2D840-2BAE-4831-BF0B-98E1FEA6403E}"/>
    <dgm:cxn modelId="{457A7CB0-2769-FC42-867E-A89C849EC048}" type="presOf" srcId="{55B4D5B7-3F61-41C9-AB81-FA4309786CBD}" destId="{EDF8A5D6-CE8C-E646-90A5-94B681DFD285}" srcOrd="0" destOrd="0" presId="urn:microsoft.com/office/officeart/2005/8/layout/vList2"/>
    <dgm:cxn modelId="{096055DF-3A5C-0745-992D-A5B70985350A}" type="presOf" srcId="{FD4EF88A-1DBF-4748-BC63-BE6578172376}" destId="{F35A6AFD-9C9F-A34B-B48C-84F8F890E1E1}" srcOrd="0" destOrd="0" presId="urn:microsoft.com/office/officeart/2005/8/layout/vList2"/>
    <dgm:cxn modelId="{229F27FE-35AB-49D1-B7AB-8F3FD825191A}" srcId="{99CADC04-B2DF-4940-8B0C-3BD999FD20C5}" destId="{73D23DCB-DCE4-4DA3-92D4-84ACC9F07416}" srcOrd="0" destOrd="0" parTransId="{C4D41271-349D-44FB-807D-0EDABDDE1219}" sibTransId="{6A3C9278-185C-4F6A-9458-11A813A032C3}"/>
    <dgm:cxn modelId="{680444FE-D592-CD47-A846-EE634ECE71E6}" type="presOf" srcId="{99CADC04-B2DF-4940-8B0C-3BD999FD20C5}" destId="{FB265D00-B0E7-BF44-9E74-E5A38F0A8693}" srcOrd="0" destOrd="0" presId="urn:microsoft.com/office/officeart/2005/8/layout/vList2"/>
    <dgm:cxn modelId="{2F6C0DCC-A115-0C43-91BA-1E0DB00ED02C}" type="presParOf" srcId="{FB265D00-B0E7-BF44-9E74-E5A38F0A8693}" destId="{224E586B-13DC-6546-9B30-692356492ED0}" srcOrd="0" destOrd="0" presId="urn:microsoft.com/office/officeart/2005/8/layout/vList2"/>
    <dgm:cxn modelId="{B045324C-2486-0240-BE03-470DA77DCB94}" type="presParOf" srcId="{FB265D00-B0E7-BF44-9E74-E5A38F0A8693}" destId="{A5BF9824-F548-AC4A-ABE9-01D816D7DCAF}" srcOrd="1" destOrd="0" presId="urn:microsoft.com/office/officeart/2005/8/layout/vList2"/>
    <dgm:cxn modelId="{1A49A810-B64D-0A46-89A0-02413857BDD6}" type="presParOf" srcId="{FB265D00-B0E7-BF44-9E74-E5A38F0A8693}" destId="{F35A6AFD-9C9F-A34B-B48C-84F8F890E1E1}" srcOrd="2" destOrd="0" presId="urn:microsoft.com/office/officeart/2005/8/layout/vList2"/>
    <dgm:cxn modelId="{6F10908F-ECDC-F74F-AA42-2D7931154477}" type="presParOf" srcId="{FB265D00-B0E7-BF44-9E74-E5A38F0A8693}" destId="{F0E5A811-500A-FE40-8BD1-0C84F17FF7BD}" srcOrd="3" destOrd="0" presId="urn:microsoft.com/office/officeart/2005/8/layout/vList2"/>
    <dgm:cxn modelId="{27378F9D-B2F7-DF40-BD6B-D64C3987DDFD}" type="presParOf" srcId="{FB265D00-B0E7-BF44-9E74-E5A38F0A8693}" destId="{EDF8A5D6-CE8C-E646-90A5-94B681DFD28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1D7C44-4914-435E-B298-EE039B68C6C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9BB2DC8-7DF1-4AF5-9B97-3DF1EF841656}">
      <dgm:prSet/>
      <dgm:spPr/>
      <dgm:t>
        <a:bodyPr/>
        <a:lstStyle/>
        <a:p>
          <a:r>
            <a:rPr lang="en-US"/>
            <a:t>Must start with a letter or underscore _ </a:t>
          </a:r>
        </a:p>
      </dgm:t>
    </dgm:pt>
    <dgm:pt modelId="{B53F6C78-0383-4B2C-B887-C35AD965BEB4}" type="parTrans" cxnId="{39D93AD2-E8A0-444A-939B-929FE6685064}">
      <dgm:prSet/>
      <dgm:spPr/>
      <dgm:t>
        <a:bodyPr/>
        <a:lstStyle/>
        <a:p>
          <a:endParaRPr lang="en-US"/>
        </a:p>
      </dgm:t>
    </dgm:pt>
    <dgm:pt modelId="{BA510C3B-CF5F-47BB-AE8B-A76F9220E911}" type="sibTrans" cxnId="{39D93AD2-E8A0-444A-939B-929FE6685064}">
      <dgm:prSet/>
      <dgm:spPr/>
      <dgm:t>
        <a:bodyPr/>
        <a:lstStyle/>
        <a:p>
          <a:endParaRPr lang="en-US"/>
        </a:p>
      </dgm:t>
    </dgm:pt>
    <dgm:pt modelId="{D6D0CC6B-9791-405C-BBFF-D928A64D2974}">
      <dgm:prSet/>
      <dgm:spPr/>
      <dgm:t>
        <a:bodyPr/>
        <a:lstStyle/>
        <a:p>
          <a:r>
            <a:rPr lang="en-US"/>
            <a:t>Must consist of letters, numbers, and underscores</a:t>
          </a:r>
        </a:p>
      </dgm:t>
    </dgm:pt>
    <dgm:pt modelId="{D563C332-98EB-47D5-9AD8-C38A7BD8C127}" type="parTrans" cxnId="{1C46218D-45C9-4240-B8C1-61A3B073C042}">
      <dgm:prSet/>
      <dgm:spPr/>
      <dgm:t>
        <a:bodyPr/>
        <a:lstStyle/>
        <a:p>
          <a:endParaRPr lang="en-US"/>
        </a:p>
      </dgm:t>
    </dgm:pt>
    <dgm:pt modelId="{B4A426A4-CC71-41CB-A170-625F4B124279}" type="sibTrans" cxnId="{1C46218D-45C9-4240-B8C1-61A3B073C042}">
      <dgm:prSet/>
      <dgm:spPr/>
      <dgm:t>
        <a:bodyPr/>
        <a:lstStyle/>
        <a:p>
          <a:endParaRPr lang="en-US"/>
        </a:p>
      </dgm:t>
    </dgm:pt>
    <dgm:pt modelId="{48914B58-C322-4D61-B663-D19019CE2231}">
      <dgm:prSet/>
      <dgm:spPr/>
      <dgm:t>
        <a:bodyPr/>
        <a:lstStyle/>
        <a:p>
          <a:r>
            <a:rPr lang="en-US"/>
            <a:t>Case Sensitive</a:t>
          </a:r>
          <a:br>
            <a:rPr lang="en-US"/>
          </a:br>
          <a:endParaRPr lang="en-US"/>
        </a:p>
      </dgm:t>
    </dgm:pt>
    <dgm:pt modelId="{5CA6058A-0B17-40EB-8A16-2B9AD774FF02}" type="parTrans" cxnId="{A1097CF2-DC92-4793-AEC1-95DE6774D3DF}">
      <dgm:prSet/>
      <dgm:spPr/>
      <dgm:t>
        <a:bodyPr/>
        <a:lstStyle/>
        <a:p>
          <a:endParaRPr lang="en-US"/>
        </a:p>
      </dgm:t>
    </dgm:pt>
    <dgm:pt modelId="{20ACAEE9-1419-46C6-A394-A1E4A5A0D395}" type="sibTrans" cxnId="{A1097CF2-DC92-4793-AEC1-95DE6774D3DF}">
      <dgm:prSet/>
      <dgm:spPr/>
      <dgm:t>
        <a:bodyPr/>
        <a:lstStyle/>
        <a:p>
          <a:endParaRPr lang="en-US"/>
        </a:p>
      </dgm:t>
    </dgm:pt>
    <dgm:pt modelId="{CADF6BE8-F6F1-5545-8213-045C7846EEB7}" type="pres">
      <dgm:prSet presAssocID="{001D7C44-4914-435E-B298-EE039B68C6C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09C073C-DC54-DB4B-A5BB-830D50FF52BE}" type="pres">
      <dgm:prSet presAssocID="{89BB2DC8-7DF1-4AF5-9B97-3DF1EF841656}" presName="hierRoot1" presStyleCnt="0"/>
      <dgm:spPr/>
    </dgm:pt>
    <dgm:pt modelId="{A8F1CD86-804F-4F40-85B0-94AE8D438AED}" type="pres">
      <dgm:prSet presAssocID="{89BB2DC8-7DF1-4AF5-9B97-3DF1EF841656}" presName="composite" presStyleCnt="0"/>
      <dgm:spPr/>
    </dgm:pt>
    <dgm:pt modelId="{F7516B4C-A8C5-BE47-8956-85382C99786D}" type="pres">
      <dgm:prSet presAssocID="{89BB2DC8-7DF1-4AF5-9B97-3DF1EF841656}" presName="background" presStyleLbl="node0" presStyleIdx="0" presStyleCnt="3"/>
      <dgm:spPr/>
    </dgm:pt>
    <dgm:pt modelId="{E1131FA4-7E50-A444-931B-AE8F243343E9}" type="pres">
      <dgm:prSet presAssocID="{89BB2DC8-7DF1-4AF5-9B97-3DF1EF841656}" presName="text" presStyleLbl="fgAcc0" presStyleIdx="0" presStyleCnt="3">
        <dgm:presLayoutVars>
          <dgm:chPref val="3"/>
        </dgm:presLayoutVars>
      </dgm:prSet>
      <dgm:spPr/>
    </dgm:pt>
    <dgm:pt modelId="{A5E37D62-63A4-424A-8FF5-6D88D6B50AC9}" type="pres">
      <dgm:prSet presAssocID="{89BB2DC8-7DF1-4AF5-9B97-3DF1EF841656}" presName="hierChild2" presStyleCnt="0"/>
      <dgm:spPr/>
    </dgm:pt>
    <dgm:pt modelId="{7B8E0D92-188E-E142-83AD-C3D33137EA0C}" type="pres">
      <dgm:prSet presAssocID="{D6D0CC6B-9791-405C-BBFF-D928A64D2974}" presName="hierRoot1" presStyleCnt="0"/>
      <dgm:spPr/>
    </dgm:pt>
    <dgm:pt modelId="{324F26B4-5F7C-424D-9F6A-89AD586F2929}" type="pres">
      <dgm:prSet presAssocID="{D6D0CC6B-9791-405C-BBFF-D928A64D2974}" presName="composite" presStyleCnt="0"/>
      <dgm:spPr/>
    </dgm:pt>
    <dgm:pt modelId="{EE5D0A9B-4365-824A-ABA9-B32B02071A38}" type="pres">
      <dgm:prSet presAssocID="{D6D0CC6B-9791-405C-BBFF-D928A64D2974}" presName="background" presStyleLbl="node0" presStyleIdx="1" presStyleCnt="3"/>
      <dgm:spPr/>
    </dgm:pt>
    <dgm:pt modelId="{48AEB747-9D07-9447-A167-CEC61F38BD5D}" type="pres">
      <dgm:prSet presAssocID="{D6D0CC6B-9791-405C-BBFF-D928A64D2974}" presName="text" presStyleLbl="fgAcc0" presStyleIdx="1" presStyleCnt="3">
        <dgm:presLayoutVars>
          <dgm:chPref val="3"/>
        </dgm:presLayoutVars>
      </dgm:prSet>
      <dgm:spPr/>
    </dgm:pt>
    <dgm:pt modelId="{9B112D0A-B454-D24B-B258-A9A316FF42F6}" type="pres">
      <dgm:prSet presAssocID="{D6D0CC6B-9791-405C-BBFF-D928A64D2974}" presName="hierChild2" presStyleCnt="0"/>
      <dgm:spPr/>
    </dgm:pt>
    <dgm:pt modelId="{11118BAF-1474-1B42-8631-0004BF972F53}" type="pres">
      <dgm:prSet presAssocID="{48914B58-C322-4D61-B663-D19019CE2231}" presName="hierRoot1" presStyleCnt="0"/>
      <dgm:spPr/>
    </dgm:pt>
    <dgm:pt modelId="{5C4763FA-B578-EB4F-B9B6-D03FE146200B}" type="pres">
      <dgm:prSet presAssocID="{48914B58-C322-4D61-B663-D19019CE2231}" presName="composite" presStyleCnt="0"/>
      <dgm:spPr/>
    </dgm:pt>
    <dgm:pt modelId="{32A0ADB6-3006-E34E-9998-CAD2DA4894D5}" type="pres">
      <dgm:prSet presAssocID="{48914B58-C322-4D61-B663-D19019CE2231}" presName="background" presStyleLbl="node0" presStyleIdx="2" presStyleCnt="3"/>
      <dgm:spPr/>
    </dgm:pt>
    <dgm:pt modelId="{FB3265E6-5A3B-AE4B-A410-E2B8B721341A}" type="pres">
      <dgm:prSet presAssocID="{48914B58-C322-4D61-B663-D19019CE2231}" presName="text" presStyleLbl="fgAcc0" presStyleIdx="2" presStyleCnt="3">
        <dgm:presLayoutVars>
          <dgm:chPref val="3"/>
        </dgm:presLayoutVars>
      </dgm:prSet>
      <dgm:spPr/>
    </dgm:pt>
    <dgm:pt modelId="{41472874-3F46-BB4E-B9F2-F4B20D61AD62}" type="pres">
      <dgm:prSet presAssocID="{48914B58-C322-4D61-B663-D19019CE2231}" presName="hierChild2" presStyleCnt="0"/>
      <dgm:spPr/>
    </dgm:pt>
  </dgm:ptLst>
  <dgm:cxnLst>
    <dgm:cxn modelId="{C8887F35-9176-C843-93A9-ED8CF2C1D691}" type="presOf" srcId="{D6D0CC6B-9791-405C-BBFF-D928A64D2974}" destId="{48AEB747-9D07-9447-A167-CEC61F38BD5D}" srcOrd="0" destOrd="0" presId="urn:microsoft.com/office/officeart/2005/8/layout/hierarchy1"/>
    <dgm:cxn modelId="{1F654C62-59B8-8040-8755-1DACB5639595}" type="presOf" srcId="{001D7C44-4914-435E-B298-EE039B68C6C9}" destId="{CADF6BE8-F6F1-5545-8213-045C7846EEB7}" srcOrd="0" destOrd="0" presId="urn:microsoft.com/office/officeart/2005/8/layout/hierarchy1"/>
    <dgm:cxn modelId="{51D4F850-7BBD-C548-A191-A372E21F3C0B}" type="presOf" srcId="{89BB2DC8-7DF1-4AF5-9B97-3DF1EF841656}" destId="{E1131FA4-7E50-A444-931B-AE8F243343E9}" srcOrd="0" destOrd="0" presId="urn:microsoft.com/office/officeart/2005/8/layout/hierarchy1"/>
    <dgm:cxn modelId="{1C46218D-45C9-4240-B8C1-61A3B073C042}" srcId="{001D7C44-4914-435E-B298-EE039B68C6C9}" destId="{D6D0CC6B-9791-405C-BBFF-D928A64D2974}" srcOrd="1" destOrd="0" parTransId="{D563C332-98EB-47D5-9AD8-C38A7BD8C127}" sibTransId="{B4A426A4-CC71-41CB-A170-625F4B124279}"/>
    <dgm:cxn modelId="{398205CF-B7E1-D34C-A99A-E721E53A3C42}" type="presOf" srcId="{48914B58-C322-4D61-B663-D19019CE2231}" destId="{FB3265E6-5A3B-AE4B-A410-E2B8B721341A}" srcOrd="0" destOrd="0" presId="urn:microsoft.com/office/officeart/2005/8/layout/hierarchy1"/>
    <dgm:cxn modelId="{39D93AD2-E8A0-444A-939B-929FE6685064}" srcId="{001D7C44-4914-435E-B298-EE039B68C6C9}" destId="{89BB2DC8-7DF1-4AF5-9B97-3DF1EF841656}" srcOrd="0" destOrd="0" parTransId="{B53F6C78-0383-4B2C-B887-C35AD965BEB4}" sibTransId="{BA510C3B-CF5F-47BB-AE8B-A76F9220E911}"/>
    <dgm:cxn modelId="{A1097CF2-DC92-4793-AEC1-95DE6774D3DF}" srcId="{001D7C44-4914-435E-B298-EE039B68C6C9}" destId="{48914B58-C322-4D61-B663-D19019CE2231}" srcOrd="2" destOrd="0" parTransId="{5CA6058A-0B17-40EB-8A16-2B9AD774FF02}" sibTransId="{20ACAEE9-1419-46C6-A394-A1E4A5A0D395}"/>
    <dgm:cxn modelId="{35B1A529-EBD5-244F-8C3D-030EC4DC0029}" type="presParOf" srcId="{CADF6BE8-F6F1-5545-8213-045C7846EEB7}" destId="{E09C073C-DC54-DB4B-A5BB-830D50FF52BE}" srcOrd="0" destOrd="0" presId="urn:microsoft.com/office/officeart/2005/8/layout/hierarchy1"/>
    <dgm:cxn modelId="{33A72F83-1295-0240-A33F-B8870D4DA356}" type="presParOf" srcId="{E09C073C-DC54-DB4B-A5BB-830D50FF52BE}" destId="{A8F1CD86-804F-4F40-85B0-94AE8D438AED}" srcOrd="0" destOrd="0" presId="urn:microsoft.com/office/officeart/2005/8/layout/hierarchy1"/>
    <dgm:cxn modelId="{5B7E8AE2-1664-9A40-914A-BFCD5D999469}" type="presParOf" srcId="{A8F1CD86-804F-4F40-85B0-94AE8D438AED}" destId="{F7516B4C-A8C5-BE47-8956-85382C99786D}" srcOrd="0" destOrd="0" presId="urn:microsoft.com/office/officeart/2005/8/layout/hierarchy1"/>
    <dgm:cxn modelId="{D2A3D9B6-69F5-8E4C-B9EA-895260E4124E}" type="presParOf" srcId="{A8F1CD86-804F-4F40-85B0-94AE8D438AED}" destId="{E1131FA4-7E50-A444-931B-AE8F243343E9}" srcOrd="1" destOrd="0" presId="urn:microsoft.com/office/officeart/2005/8/layout/hierarchy1"/>
    <dgm:cxn modelId="{686A9932-D14A-F74F-A086-9530C6633477}" type="presParOf" srcId="{E09C073C-DC54-DB4B-A5BB-830D50FF52BE}" destId="{A5E37D62-63A4-424A-8FF5-6D88D6B50AC9}" srcOrd="1" destOrd="0" presId="urn:microsoft.com/office/officeart/2005/8/layout/hierarchy1"/>
    <dgm:cxn modelId="{0380531E-1472-3B41-B988-987CD92488EF}" type="presParOf" srcId="{CADF6BE8-F6F1-5545-8213-045C7846EEB7}" destId="{7B8E0D92-188E-E142-83AD-C3D33137EA0C}" srcOrd="1" destOrd="0" presId="urn:microsoft.com/office/officeart/2005/8/layout/hierarchy1"/>
    <dgm:cxn modelId="{BA867A96-A91D-ED42-AC96-A63048535B35}" type="presParOf" srcId="{7B8E0D92-188E-E142-83AD-C3D33137EA0C}" destId="{324F26B4-5F7C-424D-9F6A-89AD586F2929}" srcOrd="0" destOrd="0" presId="urn:microsoft.com/office/officeart/2005/8/layout/hierarchy1"/>
    <dgm:cxn modelId="{D2FB3DD4-0C0B-BB48-89EF-B70FC5E773BF}" type="presParOf" srcId="{324F26B4-5F7C-424D-9F6A-89AD586F2929}" destId="{EE5D0A9B-4365-824A-ABA9-B32B02071A38}" srcOrd="0" destOrd="0" presId="urn:microsoft.com/office/officeart/2005/8/layout/hierarchy1"/>
    <dgm:cxn modelId="{CAAFBAE8-F6E5-FF4B-B84E-D098377276C0}" type="presParOf" srcId="{324F26B4-5F7C-424D-9F6A-89AD586F2929}" destId="{48AEB747-9D07-9447-A167-CEC61F38BD5D}" srcOrd="1" destOrd="0" presId="urn:microsoft.com/office/officeart/2005/8/layout/hierarchy1"/>
    <dgm:cxn modelId="{D4418AD4-ACBD-8B45-BA3C-783CF18BCBBF}" type="presParOf" srcId="{7B8E0D92-188E-E142-83AD-C3D33137EA0C}" destId="{9B112D0A-B454-D24B-B258-A9A316FF42F6}" srcOrd="1" destOrd="0" presId="urn:microsoft.com/office/officeart/2005/8/layout/hierarchy1"/>
    <dgm:cxn modelId="{C27EF6D2-E437-1F49-8BD3-5BD92910811C}" type="presParOf" srcId="{CADF6BE8-F6F1-5545-8213-045C7846EEB7}" destId="{11118BAF-1474-1B42-8631-0004BF972F53}" srcOrd="2" destOrd="0" presId="urn:microsoft.com/office/officeart/2005/8/layout/hierarchy1"/>
    <dgm:cxn modelId="{A4D20AD5-1D37-9F41-8B63-8E242415816F}" type="presParOf" srcId="{11118BAF-1474-1B42-8631-0004BF972F53}" destId="{5C4763FA-B578-EB4F-B9B6-D03FE146200B}" srcOrd="0" destOrd="0" presId="urn:microsoft.com/office/officeart/2005/8/layout/hierarchy1"/>
    <dgm:cxn modelId="{30432A4C-3683-9146-9B5D-7EDDF6CD1905}" type="presParOf" srcId="{5C4763FA-B578-EB4F-B9B6-D03FE146200B}" destId="{32A0ADB6-3006-E34E-9998-CAD2DA4894D5}" srcOrd="0" destOrd="0" presId="urn:microsoft.com/office/officeart/2005/8/layout/hierarchy1"/>
    <dgm:cxn modelId="{AAAF97DD-5A14-CA4A-8FDC-1EA07A011C75}" type="presParOf" srcId="{5C4763FA-B578-EB4F-B9B6-D03FE146200B}" destId="{FB3265E6-5A3B-AE4B-A410-E2B8B721341A}" srcOrd="1" destOrd="0" presId="urn:microsoft.com/office/officeart/2005/8/layout/hierarchy1"/>
    <dgm:cxn modelId="{35CC7B5C-EAA3-8E48-803E-A1892729D59F}" type="presParOf" srcId="{11118BAF-1474-1B42-8631-0004BF972F53}" destId="{41472874-3F46-BB4E-B9F2-F4B20D61AD6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5FF080-1E09-417E-B5DA-344083BB4EF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F01FD96-EEAC-47A2-ADB1-C0A3AC547677}">
      <dgm:prSet/>
      <dgm:spPr/>
      <dgm:t>
        <a:bodyPr/>
        <a:lstStyle/>
        <a:p>
          <a:r>
            <a:rPr lang="en-US" dirty="0"/>
            <a:t>Since we programmers are given a choice in how we choose our variable names, there is a bit of “best practice”</a:t>
          </a:r>
        </a:p>
      </dgm:t>
    </dgm:pt>
    <dgm:pt modelId="{58F08E04-4F3D-4595-8F67-CC79D931E342}" type="parTrans" cxnId="{F2BB5A54-635E-4440-9C02-A24D33260DFB}">
      <dgm:prSet/>
      <dgm:spPr/>
      <dgm:t>
        <a:bodyPr/>
        <a:lstStyle/>
        <a:p>
          <a:endParaRPr lang="en-US"/>
        </a:p>
      </dgm:t>
    </dgm:pt>
    <dgm:pt modelId="{5FE85716-AA9A-4850-9886-5FDC84091F00}" type="sibTrans" cxnId="{F2BB5A54-635E-4440-9C02-A24D33260DFB}">
      <dgm:prSet/>
      <dgm:spPr/>
      <dgm:t>
        <a:bodyPr/>
        <a:lstStyle/>
        <a:p>
          <a:endParaRPr lang="en-US"/>
        </a:p>
      </dgm:t>
    </dgm:pt>
    <dgm:pt modelId="{60F42C7F-F24D-4890-AEA9-04181142AA3F}">
      <dgm:prSet/>
      <dgm:spPr/>
      <dgm:t>
        <a:bodyPr/>
        <a:lstStyle/>
        <a:p>
          <a:r>
            <a:rPr lang="en-US"/>
            <a:t>We name variables to help us remember what we intend to store in them (“mnemonic” = “memory aid”)</a:t>
          </a:r>
        </a:p>
      </dgm:t>
    </dgm:pt>
    <dgm:pt modelId="{9AAE2502-7379-4830-94CA-BD592064AE8A}" type="parTrans" cxnId="{C0710BA1-0728-4118-96DA-1ED22278A63C}">
      <dgm:prSet/>
      <dgm:spPr/>
      <dgm:t>
        <a:bodyPr/>
        <a:lstStyle/>
        <a:p>
          <a:endParaRPr lang="en-US"/>
        </a:p>
      </dgm:t>
    </dgm:pt>
    <dgm:pt modelId="{9E5AAA94-ADFD-405F-A5EB-DA7583BCEA43}" type="sibTrans" cxnId="{C0710BA1-0728-4118-96DA-1ED22278A63C}">
      <dgm:prSet/>
      <dgm:spPr/>
      <dgm:t>
        <a:bodyPr/>
        <a:lstStyle/>
        <a:p>
          <a:endParaRPr lang="en-US"/>
        </a:p>
      </dgm:t>
    </dgm:pt>
    <dgm:pt modelId="{B5CF1F03-50E1-F64E-A144-6C3E32656EE1}" type="pres">
      <dgm:prSet presAssocID="{905FF080-1E09-417E-B5DA-344083BB4E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57F9981-180A-F54A-934B-EB1156CDA6B1}" type="pres">
      <dgm:prSet presAssocID="{0F01FD96-EEAC-47A2-ADB1-C0A3AC547677}" presName="hierRoot1" presStyleCnt="0"/>
      <dgm:spPr/>
    </dgm:pt>
    <dgm:pt modelId="{93B5B469-957A-3B4F-9DCB-0BFB96A249C3}" type="pres">
      <dgm:prSet presAssocID="{0F01FD96-EEAC-47A2-ADB1-C0A3AC547677}" presName="composite" presStyleCnt="0"/>
      <dgm:spPr/>
    </dgm:pt>
    <dgm:pt modelId="{8451DD9A-72FC-3540-88AD-9A9FBAF0AB6C}" type="pres">
      <dgm:prSet presAssocID="{0F01FD96-EEAC-47A2-ADB1-C0A3AC547677}" presName="background" presStyleLbl="node0" presStyleIdx="0" presStyleCnt="2"/>
      <dgm:spPr/>
    </dgm:pt>
    <dgm:pt modelId="{E77AB4A1-FA0C-7B4A-AC2B-E07457810D1D}" type="pres">
      <dgm:prSet presAssocID="{0F01FD96-EEAC-47A2-ADB1-C0A3AC547677}" presName="text" presStyleLbl="fgAcc0" presStyleIdx="0" presStyleCnt="2">
        <dgm:presLayoutVars>
          <dgm:chPref val="3"/>
        </dgm:presLayoutVars>
      </dgm:prSet>
      <dgm:spPr/>
    </dgm:pt>
    <dgm:pt modelId="{373AB9F0-6277-BE4F-8F49-4E2498CA88B1}" type="pres">
      <dgm:prSet presAssocID="{0F01FD96-EEAC-47A2-ADB1-C0A3AC547677}" presName="hierChild2" presStyleCnt="0"/>
      <dgm:spPr/>
    </dgm:pt>
    <dgm:pt modelId="{17AD5384-E604-7D4B-895F-A9BF845D0C49}" type="pres">
      <dgm:prSet presAssocID="{60F42C7F-F24D-4890-AEA9-04181142AA3F}" presName="hierRoot1" presStyleCnt="0"/>
      <dgm:spPr/>
    </dgm:pt>
    <dgm:pt modelId="{27C74AC5-AC41-A647-BAE6-A3DE369EF7DF}" type="pres">
      <dgm:prSet presAssocID="{60F42C7F-F24D-4890-AEA9-04181142AA3F}" presName="composite" presStyleCnt="0"/>
      <dgm:spPr/>
    </dgm:pt>
    <dgm:pt modelId="{3BFC858C-C4BB-254D-B120-EFE2A1A834A1}" type="pres">
      <dgm:prSet presAssocID="{60F42C7F-F24D-4890-AEA9-04181142AA3F}" presName="background" presStyleLbl="node0" presStyleIdx="1" presStyleCnt="2"/>
      <dgm:spPr/>
    </dgm:pt>
    <dgm:pt modelId="{C17BE3FE-A244-0D45-A788-7AEE0FB8E84C}" type="pres">
      <dgm:prSet presAssocID="{60F42C7F-F24D-4890-AEA9-04181142AA3F}" presName="text" presStyleLbl="fgAcc0" presStyleIdx="1" presStyleCnt="2">
        <dgm:presLayoutVars>
          <dgm:chPref val="3"/>
        </dgm:presLayoutVars>
      </dgm:prSet>
      <dgm:spPr/>
    </dgm:pt>
    <dgm:pt modelId="{6B4FC2E1-5155-B34F-9D96-9402649DA748}" type="pres">
      <dgm:prSet presAssocID="{60F42C7F-F24D-4890-AEA9-04181142AA3F}" presName="hierChild2" presStyleCnt="0"/>
      <dgm:spPr/>
    </dgm:pt>
  </dgm:ptLst>
  <dgm:cxnLst>
    <dgm:cxn modelId="{308FEC42-E5C7-3845-A77F-FC5EBDFA3714}" type="presOf" srcId="{0F01FD96-EEAC-47A2-ADB1-C0A3AC547677}" destId="{E77AB4A1-FA0C-7B4A-AC2B-E07457810D1D}" srcOrd="0" destOrd="0" presId="urn:microsoft.com/office/officeart/2005/8/layout/hierarchy1"/>
    <dgm:cxn modelId="{F2BB5A54-635E-4440-9C02-A24D33260DFB}" srcId="{905FF080-1E09-417E-B5DA-344083BB4EF7}" destId="{0F01FD96-EEAC-47A2-ADB1-C0A3AC547677}" srcOrd="0" destOrd="0" parTransId="{58F08E04-4F3D-4595-8F67-CC79D931E342}" sibTransId="{5FE85716-AA9A-4850-9886-5FDC84091F00}"/>
    <dgm:cxn modelId="{13EC7388-E434-304E-88D5-D61D2D6B63FA}" type="presOf" srcId="{60F42C7F-F24D-4890-AEA9-04181142AA3F}" destId="{C17BE3FE-A244-0D45-A788-7AEE0FB8E84C}" srcOrd="0" destOrd="0" presId="urn:microsoft.com/office/officeart/2005/8/layout/hierarchy1"/>
    <dgm:cxn modelId="{C0710BA1-0728-4118-96DA-1ED22278A63C}" srcId="{905FF080-1E09-417E-B5DA-344083BB4EF7}" destId="{60F42C7F-F24D-4890-AEA9-04181142AA3F}" srcOrd="1" destOrd="0" parTransId="{9AAE2502-7379-4830-94CA-BD592064AE8A}" sibTransId="{9E5AAA94-ADFD-405F-A5EB-DA7583BCEA43}"/>
    <dgm:cxn modelId="{53F408BF-D413-EA47-BC03-9EE68DEFFC95}" type="presOf" srcId="{905FF080-1E09-417E-B5DA-344083BB4EF7}" destId="{B5CF1F03-50E1-F64E-A144-6C3E32656EE1}" srcOrd="0" destOrd="0" presId="urn:microsoft.com/office/officeart/2005/8/layout/hierarchy1"/>
    <dgm:cxn modelId="{F441AE46-EFCE-754E-8293-F53BA4E04E69}" type="presParOf" srcId="{B5CF1F03-50E1-F64E-A144-6C3E32656EE1}" destId="{D57F9981-180A-F54A-934B-EB1156CDA6B1}" srcOrd="0" destOrd="0" presId="urn:microsoft.com/office/officeart/2005/8/layout/hierarchy1"/>
    <dgm:cxn modelId="{B31653DA-F2E7-0446-91AB-89AE33EC68B8}" type="presParOf" srcId="{D57F9981-180A-F54A-934B-EB1156CDA6B1}" destId="{93B5B469-957A-3B4F-9DCB-0BFB96A249C3}" srcOrd="0" destOrd="0" presId="urn:microsoft.com/office/officeart/2005/8/layout/hierarchy1"/>
    <dgm:cxn modelId="{B0AED852-73AF-6A48-9603-EFD8690A6474}" type="presParOf" srcId="{93B5B469-957A-3B4F-9DCB-0BFB96A249C3}" destId="{8451DD9A-72FC-3540-88AD-9A9FBAF0AB6C}" srcOrd="0" destOrd="0" presId="urn:microsoft.com/office/officeart/2005/8/layout/hierarchy1"/>
    <dgm:cxn modelId="{9FD23AD2-AD43-5749-83E4-E551037964FD}" type="presParOf" srcId="{93B5B469-957A-3B4F-9DCB-0BFB96A249C3}" destId="{E77AB4A1-FA0C-7B4A-AC2B-E07457810D1D}" srcOrd="1" destOrd="0" presId="urn:microsoft.com/office/officeart/2005/8/layout/hierarchy1"/>
    <dgm:cxn modelId="{8EA18D5E-3CF0-6648-A67D-B4A2C13F87F9}" type="presParOf" srcId="{D57F9981-180A-F54A-934B-EB1156CDA6B1}" destId="{373AB9F0-6277-BE4F-8F49-4E2498CA88B1}" srcOrd="1" destOrd="0" presId="urn:microsoft.com/office/officeart/2005/8/layout/hierarchy1"/>
    <dgm:cxn modelId="{006585D5-0448-614B-B4E6-E0F99F95ACC6}" type="presParOf" srcId="{B5CF1F03-50E1-F64E-A144-6C3E32656EE1}" destId="{17AD5384-E604-7D4B-895F-A9BF845D0C49}" srcOrd="1" destOrd="0" presId="urn:microsoft.com/office/officeart/2005/8/layout/hierarchy1"/>
    <dgm:cxn modelId="{F0F81551-07FA-9042-A006-51595789529E}" type="presParOf" srcId="{17AD5384-E604-7D4B-895F-A9BF845D0C49}" destId="{27C74AC5-AC41-A647-BAE6-A3DE369EF7DF}" srcOrd="0" destOrd="0" presId="urn:microsoft.com/office/officeart/2005/8/layout/hierarchy1"/>
    <dgm:cxn modelId="{E2F83D07-2607-924F-BD87-AD103A257151}" type="presParOf" srcId="{27C74AC5-AC41-A647-BAE6-A3DE369EF7DF}" destId="{3BFC858C-C4BB-254D-B120-EFE2A1A834A1}" srcOrd="0" destOrd="0" presId="urn:microsoft.com/office/officeart/2005/8/layout/hierarchy1"/>
    <dgm:cxn modelId="{5E51763D-FD03-5847-A031-D891B9CBB945}" type="presParOf" srcId="{27C74AC5-AC41-A647-BAE6-A3DE369EF7DF}" destId="{C17BE3FE-A244-0D45-A788-7AEE0FB8E84C}" srcOrd="1" destOrd="0" presId="urn:microsoft.com/office/officeart/2005/8/layout/hierarchy1"/>
    <dgm:cxn modelId="{6414A6A5-8361-2D41-BC6D-FDCF6B144084}" type="presParOf" srcId="{17AD5384-E604-7D4B-895F-A9BF845D0C49}" destId="{6B4FC2E1-5155-B34F-9D96-9402649DA74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C2668A-0FD3-4847-95FD-FB4547A0E475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A37256-302A-4374-A5F2-946EBFCA5076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32D81-D2B0-412D-AD62-313725CC19FF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Variables, assignment, and naming conventions </a:t>
          </a:r>
          <a:endParaRPr lang="en-US" sz="2200" kern="1200"/>
        </a:p>
      </dsp:txBody>
      <dsp:txXfrm>
        <a:off x="1057183" y="1805"/>
        <a:ext cx="9458416" cy="915310"/>
      </dsp:txXfrm>
    </dsp:sp>
    <dsp:sp modelId="{AB80F681-667E-4BB2-81EA-EA157C53EAE2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41B31D-CCBA-47BE-9FC0-586EBEB03AD0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84129-D236-4932-9B7C-FB2E6E81F297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Arithmetic operations and precedence </a:t>
          </a:r>
        </a:p>
      </dsp:txBody>
      <dsp:txXfrm>
        <a:off x="1057183" y="1145944"/>
        <a:ext cx="9458416" cy="915310"/>
      </dsp:txXfrm>
    </dsp:sp>
    <dsp:sp modelId="{DF01857D-7B37-4B16-AA2C-81D12B0F371F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6417EA-8049-484F-9B21-1606BA11EE01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46FD6-F3A5-4D28-AA79-D5DE9AFB4260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Comparison operators (==, !=, &lt;, &gt;, etc.)</a:t>
          </a:r>
        </a:p>
      </dsp:txBody>
      <dsp:txXfrm>
        <a:off x="1057183" y="2290082"/>
        <a:ext cx="9458416" cy="915310"/>
      </dsp:txXfrm>
    </dsp:sp>
    <dsp:sp modelId="{CC4EC11C-E567-47E3-9FEC-B89425D66A45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68413-48C0-461F-A17C-1B31AA6668EE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3D5FD-4344-4AA5-B3D8-BBD70B8BA18A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Conditional statements (`if`, `</a:t>
          </a:r>
          <a:r>
            <a:rPr lang="en-US" sz="2200" kern="1200" dirty="0" err="1"/>
            <a:t>elif</a:t>
          </a:r>
          <a:r>
            <a:rPr lang="en-US" sz="2200" kern="1200" dirty="0"/>
            <a:t>`, `else`)</a:t>
          </a:r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61666-AF53-8F41-8549-098A6F571FF8}">
      <dsp:nvSpPr>
        <dsp:cNvPr id="0" name=""/>
        <dsp:cNvSpPr/>
      </dsp:nvSpPr>
      <dsp:spPr>
        <a:xfrm>
          <a:off x="0" y="197"/>
          <a:ext cx="10972800" cy="6941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 variable is a named place in the memory where a programmer can store data and later retrieve the data using the variable “name”</a:t>
          </a:r>
        </a:p>
      </dsp:txBody>
      <dsp:txXfrm>
        <a:off x="33887" y="34084"/>
        <a:ext cx="10905026" cy="626410"/>
      </dsp:txXfrm>
    </dsp:sp>
    <dsp:sp modelId="{5FDB74B3-CA1A-0142-9DB7-FC8110312F16}">
      <dsp:nvSpPr>
        <dsp:cNvPr id="0" name=""/>
        <dsp:cNvSpPr/>
      </dsp:nvSpPr>
      <dsp:spPr>
        <a:xfrm>
          <a:off x="0" y="708388"/>
          <a:ext cx="10972800" cy="6941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Programmers get to choose the names of the variables</a:t>
          </a:r>
        </a:p>
      </dsp:txBody>
      <dsp:txXfrm>
        <a:off x="33887" y="742275"/>
        <a:ext cx="10905026" cy="626410"/>
      </dsp:txXfrm>
    </dsp:sp>
    <dsp:sp modelId="{79547E7E-6B5C-D947-829E-C2F5523E0B2B}">
      <dsp:nvSpPr>
        <dsp:cNvPr id="0" name=""/>
        <dsp:cNvSpPr/>
      </dsp:nvSpPr>
      <dsp:spPr>
        <a:xfrm>
          <a:off x="0" y="1416579"/>
          <a:ext cx="10972800" cy="6941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You can change the contents of a variable in a later statement</a:t>
          </a:r>
        </a:p>
      </dsp:txBody>
      <dsp:txXfrm>
        <a:off x="33887" y="1450466"/>
        <a:ext cx="10905026" cy="6264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4E586B-13DC-6546-9B30-692356492ED0}">
      <dsp:nvSpPr>
        <dsp:cNvPr id="0" name=""/>
        <dsp:cNvSpPr/>
      </dsp:nvSpPr>
      <dsp:spPr>
        <a:xfrm>
          <a:off x="0" y="14568"/>
          <a:ext cx="10972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 variable is a named place in the memory where a programmer can store data and later retrieve the data using the variable “name”</a:t>
          </a:r>
        </a:p>
      </dsp:txBody>
      <dsp:txXfrm>
        <a:off x="34954" y="49522"/>
        <a:ext cx="10902892" cy="646132"/>
      </dsp:txXfrm>
    </dsp:sp>
    <dsp:sp modelId="{F35A6AFD-9C9F-A34B-B48C-84F8F890E1E1}">
      <dsp:nvSpPr>
        <dsp:cNvPr id="0" name=""/>
        <dsp:cNvSpPr/>
      </dsp:nvSpPr>
      <dsp:spPr>
        <a:xfrm>
          <a:off x="0" y="782448"/>
          <a:ext cx="10972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Programmers get to choose the names of the variables</a:t>
          </a:r>
        </a:p>
      </dsp:txBody>
      <dsp:txXfrm>
        <a:off x="34954" y="817402"/>
        <a:ext cx="10902892" cy="646132"/>
      </dsp:txXfrm>
    </dsp:sp>
    <dsp:sp modelId="{EDF8A5D6-CE8C-E646-90A5-94B681DFD285}">
      <dsp:nvSpPr>
        <dsp:cNvPr id="0" name=""/>
        <dsp:cNvSpPr/>
      </dsp:nvSpPr>
      <dsp:spPr>
        <a:xfrm>
          <a:off x="0" y="1550328"/>
          <a:ext cx="10972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You can change the contents of a variable in a later statement</a:t>
          </a:r>
        </a:p>
      </dsp:txBody>
      <dsp:txXfrm>
        <a:off x="34954" y="1585282"/>
        <a:ext cx="10902892" cy="6461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16B4C-A8C5-BE47-8956-85382C99786D}">
      <dsp:nvSpPr>
        <dsp:cNvPr id="0" name=""/>
        <dsp:cNvSpPr/>
      </dsp:nvSpPr>
      <dsp:spPr>
        <a:xfrm>
          <a:off x="0" y="28860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131FA4-7E50-A444-931B-AE8F243343E9}">
      <dsp:nvSpPr>
        <dsp:cNvPr id="0" name=""/>
        <dsp:cNvSpPr/>
      </dsp:nvSpPr>
      <dsp:spPr>
        <a:xfrm>
          <a:off x="342900" y="354615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Must start with a letter or underscore _ </a:t>
          </a:r>
        </a:p>
      </dsp:txBody>
      <dsp:txXfrm>
        <a:off x="400297" y="412012"/>
        <a:ext cx="2971305" cy="1844879"/>
      </dsp:txXfrm>
    </dsp:sp>
    <dsp:sp modelId="{EE5D0A9B-4365-824A-ABA9-B32B02071A38}">
      <dsp:nvSpPr>
        <dsp:cNvPr id="0" name=""/>
        <dsp:cNvSpPr/>
      </dsp:nvSpPr>
      <dsp:spPr>
        <a:xfrm>
          <a:off x="3771900" y="28860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AEB747-9D07-9447-A167-CEC61F38BD5D}">
      <dsp:nvSpPr>
        <dsp:cNvPr id="0" name=""/>
        <dsp:cNvSpPr/>
      </dsp:nvSpPr>
      <dsp:spPr>
        <a:xfrm>
          <a:off x="4114800" y="354615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Must consist of letters, numbers, and underscores</a:t>
          </a:r>
        </a:p>
      </dsp:txBody>
      <dsp:txXfrm>
        <a:off x="4172197" y="412012"/>
        <a:ext cx="2971305" cy="1844879"/>
      </dsp:txXfrm>
    </dsp:sp>
    <dsp:sp modelId="{32A0ADB6-3006-E34E-9998-CAD2DA4894D5}">
      <dsp:nvSpPr>
        <dsp:cNvPr id="0" name=""/>
        <dsp:cNvSpPr/>
      </dsp:nvSpPr>
      <dsp:spPr>
        <a:xfrm>
          <a:off x="7543800" y="28860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265E6-5A3B-AE4B-A410-E2B8B721341A}">
      <dsp:nvSpPr>
        <dsp:cNvPr id="0" name=""/>
        <dsp:cNvSpPr/>
      </dsp:nvSpPr>
      <dsp:spPr>
        <a:xfrm>
          <a:off x="7886699" y="354615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Case Sensitive</a:t>
          </a:r>
          <a:br>
            <a:rPr lang="en-US" sz="2900" kern="1200"/>
          </a:br>
          <a:endParaRPr lang="en-US" sz="2900" kern="1200"/>
        </a:p>
      </dsp:txBody>
      <dsp:txXfrm>
        <a:off x="7944096" y="412012"/>
        <a:ext cx="2971305" cy="18448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1DD9A-72FC-3540-88AD-9A9FBAF0AB6C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AB4A1-FA0C-7B4A-AC2B-E07457810D1D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Since we programmers are given a choice in how we choose our variable names, there is a bit of “best practice”</a:t>
          </a:r>
        </a:p>
      </dsp:txBody>
      <dsp:txXfrm>
        <a:off x="696297" y="538547"/>
        <a:ext cx="4171627" cy="2590157"/>
      </dsp:txXfrm>
    </dsp:sp>
    <dsp:sp modelId="{3BFC858C-C4BB-254D-B120-EFE2A1A834A1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BE3FE-A244-0D45-A788-7AEE0FB8E84C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We name variables to help us remember what we intend to store in them (“mnemonic” = “memory aid”)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E47828-3212-3E4B-A6A9-146A78DA0547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20FA7-8FC3-B841-920B-1DDFF13D2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0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5" name="Shape 2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351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5" name="Shape 2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2925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3" name="Shape 2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869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5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4" name="Shape 5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6059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5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defTabSz="685800">
              <a:buClr>
                <a:srgbClr val="FFFF00"/>
              </a:buClr>
              <a:buSzPct val="25000"/>
            </a:pPr>
            <a:r>
              <a:rPr lang="en-US" sz="1200" kern="0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x1q3z9ocd = 35.0 </a:t>
            </a:r>
          </a:p>
          <a:p>
            <a:pPr defTabSz="685800">
              <a:buClr>
                <a:srgbClr val="FFFF00"/>
              </a:buClr>
              <a:buSzPct val="25000"/>
            </a:pPr>
            <a:r>
              <a:rPr lang="en-US" sz="1200" kern="0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x1q3z9afd = 12.50</a:t>
            </a:r>
          </a:p>
          <a:p>
            <a:pPr defTabSz="685800">
              <a:buClr>
                <a:srgbClr val="FFFF00"/>
              </a:buClr>
              <a:buSzPct val="25000"/>
            </a:pPr>
            <a:r>
              <a:rPr lang="en-US" sz="1200" kern="0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x1q3p9afd = x1q3z9ocd * x1q3z9afd</a:t>
            </a:r>
          </a:p>
          <a:p>
            <a:pPr defTabSz="685800">
              <a:buClr>
                <a:srgbClr val="FFFF00"/>
              </a:buClr>
              <a:buSzPct val="25000"/>
            </a:pPr>
            <a:r>
              <a:rPr lang="en-US" sz="1200" kern="0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print(x1q3p9afd)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r>
              <a:rPr lang="en-AU" dirty="0"/>
              <a:t>The code works fine, but the variable names (x1q3z9ocd, etc.) are meaningless.</a:t>
            </a:r>
          </a:p>
          <a:p>
            <a:r>
              <a:rPr lang="en-AU" dirty="0"/>
              <a:t>Students will find it </a:t>
            </a:r>
            <a:r>
              <a:rPr lang="en-AU" b="1" dirty="0"/>
              <a:t>hard to guess</a:t>
            </a:r>
            <a:r>
              <a:rPr lang="en-AU" dirty="0"/>
              <a:t> what the program does.</a:t>
            </a:r>
          </a:p>
          <a:p>
            <a:pPr lvl="0">
              <a:spcBef>
                <a:spcPts val="0"/>
              </a:spcBef>
              <a:buNone/>
            </a:pPr>
            <a:endParaRPr lang="en-AU" dirty="0"/>
          </a:p>
          <a:p>
            <a:pPr lvl="0">
              <a:spcBef>
                <a:spcPts val="0"/>
              </a:spcBef>
              <a:buNone/>
            </a:pPr>
            <a:endParaRPr lang="en-AU" dirty="0"/>
          </a:p>
          <a:p>
            <a:pPr defTabSz="685800">
              <a:buClr>
                <a:srgbClr val="00FF00"/>
              </a:buClr>
              <a:buSzPct val="25000"/>
            </a:pPr>
            <a:r>
              <a:rPr lang="en-US" sz="1200" kern="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hours = 35.0 </a:t>
            </a:r>
          </a:p>
          <a:p>
            <a:pPr defTabSz="685800">
              <a:buClr>
                <a:srgbClr val="00FF00"/>
              </a:buClr>
              <a:buSzPct val="25000"/>
            </a:pPr>
            <a:r>
              <a:rPr lang="en-US" sz="1200" kern="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rate = 12.50 </a:t>
            </a:r>
          </a:p>
          <a:p>
            <a:pPr defTabSz="685800">
              <a:buClr>
                <a:srgbClr val="00FF00"/>
              </a:buClr>
              <a:buSzPct val="25000"/>
            </a:pPr>
            <a:r>
              <a:rPr lang="en-US" sz="1200" kern="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pay = hours * rate </a:t>
            </a:r>
          </a:p>
          <a:p>
            <a:pPr defTabSz="685800">
              <a:buClr>
                <a:srgbClr val="00FF00"/>
              </a:buClr>
              <a:buSzPct val="25000"/>
            </a:pPr>
            <a:r>
              <a:rPr lang="en-US" sz="1200" kern="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print(pay)</a:t>
            </a:r>
          </a:p>
          <a:p>
            <a:endParaRPr lang="en-AU" dirty="0"/>
          </a:p>
          <a:p>
            <a:r>
              <a:rPr lang="en-AU" dirty="0"/>
              <a:t> the variable names (hours, rate, pay) clearly explain the purpose.</a:t>
            </a:r>
          </a:p>
          <a:p>
            <a:r>
              <a:rPr lang="en-AU" dirty="0"/>
              <a:t>Anyone reading the code can immediately understand it’s calculating someone’s </a:t>
            </a:r>
            <a:r>
              <a:rPr lang="en-AU" b="1" dirty="0"/>
              <a:t>pay</a:t>
            </a:r>
            <a:r>
              <a:rPr lang="en-AU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0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524" name="Shape 5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198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42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07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37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07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15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06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19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77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22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43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91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3FAD3-9D11-7BB1-7C78-AF2C40DA4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A3B65-9D90-63A0-F4E4-65384F30B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B6CC0-1AEB-D6B2-60DF-B64FFC804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C133-8C7E-334E-8741-2B88CBAD7153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24AED-ADA7-4386-6190-BA79EBDA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142E6-34F2-18BE-E096-0DDDD8B3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11B8-A4AF-5043-8496-2822AF58C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8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68ECD-689B-310C-31A9-EC08440C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93EA1-1D19-45FA-5006-4F9BBE3D1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730A9-98DF-D9F4-8B4A-802C6C9A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C133-8C7E-334E-8741-2B88CBAD7153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9EE9A-F06B-F02D-C332-23C68EEB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02F08-86A4-2887-19AD-79D6AD20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11B8-A4AF-5043-8496-2822AF58C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8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E5759-5AFB-9F1B-494A-91B92ECB7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ED59E-FEB1-2EE2-E2AD-84B496605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F0387-C8F9-8815-A65D-60BD5C00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C133-8C7E-334E-8741-2B88CBAD7153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C3632-1C30-B372-96EE-8EB20E8D7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BCE22-BE39-06D8-8508-44656251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11B8-A4AF-5043-8496-2822AF58C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58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A1F88-1DB1-DD28-2253-9035E328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191FB-12AF-76A6-2E97-F63D326F8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67784-A396-F4EC-E62C-6A0338D8E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0E659-52C3-12E2-EF89-55887138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C133-8C7E-334E-8741-2B88CBAD7153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239E4-6179-FA04-2CA2-0EDB51AF2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E0A07-D481-A52B-5C88-31D3ADF3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11B8-A4AF-5043-8496-2822AF58C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16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91155-D2E8-9595-40F0-38E18F6D0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1AACB-BE3A-4034-E89B-D46411E37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B7CA4-F52E-5C98-556C-795068546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680C0-98AF-968E-BB32-E67EA3BAF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066309-25CA-28B8-4CC4-69430E6AE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C2C35F-0CF7-5524-3BE4-A67553B8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C133-8C7E-334E-8741-2B88CBAD7153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0E9BD-6E71-6C32-253D-280173A2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8030F-2B65-B919-926E-004C71CD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11B8-A4AF-5043-8496-2822AF58C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85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29CD-32AF-80BF-411F-FE1028C9F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F97876-5C6D-B0BE-5F1F-BBC2AE237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C133-8C7E-334E-8741-2B88CBAD7153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9F4362-0B05-EA53-074A-C7539FA5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BAB5D-83D3-9A73-10B8-6D0D6FFA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11B8-A4AF-5043-8496-2822AF58C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9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3C10A-8252-56C2-5EFC-D8D5C2A6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C133-8C7E-334E-8741-2B88CBAD7153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DBD1E-832F-C44D-3C88-5C294B874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21640-ED4A-39AE-5FF3-9E0609FA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11B8-A4AF-5043-8496-2822AF58C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77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1DEB-09D2-40D6-81FB-3546A6DF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022B7-FCCC-E186-1CA0-C8A75D466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FCF08-94D2-D5FF-A7AC-78211F5BD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C686-82F1-69A3-77A3-AA25B4AF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C133-8C7E-334E-8741-2B88CBAD7153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6CAC9-964F-D9A7-6EDA-41A2042E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0AC88-7769-09FD-1566-25011065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11B8-A4AF-5043-8496-2822AF58C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4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17243-6E9A-EF51-83B1-0C8FFAF64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694556-EFF8-2C16-FC98-676A42693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B4315-F00D-8C6A-2708-B47048725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F7D3F-38F2-7E87-A737-2B6D3C693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C133-8C7E-334E-8741-2B88CBAD7153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71156-A82C-643E-27AE-F9889FD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8998F-1127-1177-12BC-73F873B1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11B8-A4AF-5043-8496-2822AF58C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49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284CE-6210-C5D7-DA0F-806E7E0F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264DB-7C4A-6FEA-3278-8962958F3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B30AF-3494-8FBC-E215-9DAD779C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C133-8C7E-334E-8741-2B88CBAD7153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EEDF0-D5B7-EA73-F7F8-3C69454A6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5C645-D118-7288-2B1C-443421ED2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11B8-A4AF-5043-8496-2822AF58C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5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173234-5097-9395-490F-7F570F010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02F54B-4056-4D1F-9F82-B33FCBB32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27AE6-984A-9128-3FF2-050A2B35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C133-8C7E-334E-8741-2B88CBAD7153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20011-346B-6790-4218-15AC930C8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E9A88-021F-B719-925F-A279A112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11B8-A4AF-5043-8496-2822AF58C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72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20519D-65EB-5F0D-CD36-CE7F16504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14BB8-E1C7-EFF6-CBAC-B37D54D02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F53E9-876E-EE0C-88DD-C2CF0F7B9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EC133-8C7E-334E-8741-2B88CBAD7153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55872-378D-2C85-60AB-362C81DDD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AFFCE-5B2F-766E-DF62-7EF5328E3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A411B8-A4AF-5043-8496-2822AF58C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7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539A-B563-CE1C-1D06-669518C00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900" dirty="0"/>
              <a:t>CS1011  Computer Programming in Python</a:t>
            </a:r>
            <a:br>
              <a:rPr lang="en-US" sz="4900" dirty="0"/>
            </a:br>
            <a:r>
              <a:rPr lang="en-US" sz="4900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0F1A1-39CF-01DD-3BFC-72C97EA23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717" y="4667710"/>
            <a:ext cx="4681337" cy="972532"/>
          </a:xfrm>
        </p:spPr>
        <p:txBody>
          <a:bodyPr anchor="t">
            <a:noAutofit/>
          </a:bodyPr>
          <a:lstStyle/>
          <a:p>
            <a:pPr algn="l"/>
            <a:r>
              <a:rPr lang="en-US" b="1" dirty="0">
                <a:latin typeface="+mj-lt"/>
                <a:ea typeface="+mj-ea"/>
                <a:cs typeface="+mj-cs"/>
              </a:rPr>
              <a:t>Lecture 2:</a:t>
            </a:r>
            <a:r>
              <a:rPr lang="en-AU" b="1" dirty="0">
                <a:latin typeface="+mj-lt"/>
                <a:ea typeface="+mj-ea"/>
                <a:cs typeface="+mj-cs"/>
              </a:rPr>
              <a:t>Variables, Expressions, and Control Flow</a:t>
            </a:r>
          </a:p>
          <a:p>
            <a:pPr algn="l"/>
            <a:r>
              <a:rPr lang="en-AU" b="1" dirty="0">
                <a:latin typeface="+mj-lt"/>
                <a:ea typeface="+mj-ea"/>
                <a:cs typeface="+mj-cs"/>
              </a:rPr>
              <a:t> </a:t>
            </a:r>
            <a:endParaRPr lang="en-US" b="1" dirty="0">
              <a:latin typeface="+mj-lt"/>
              <a:ea typeface="+mj-ea"/>
              <a:cs typeface="+mj-cs"/>
            </a:endParaRPr>
          </a:p>
        </p:txBody>
      </p:sp>
      <p:pic>
        <p:nvPicPr>
          <p:cNvPr id="20" name="Picture 19" descr="Computer script on a screen">
            <a:extLst>
              <a:ext uri="{FF2B5EF4-FFF2-40B4-BE49-F238E27FC236}">
                <a16:creationId xmlns:a16="http://schemas.microsoft.com/office/drawing/2014/main" id="{E390D1CD-49D5-5EE4-DE3C-4D573BE52E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548" b="-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9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F0AA-F4D4-3451-B248-E7A2A04B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EBB617-1EB9-7406-253C-74D7090372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845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0726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28575" tIns="28575" rIns="28575" bIns="28575" anchor="ctr" anchorCtr="0">
            <a:noAutofit/>
          </a:bodyPr>
          <a:lstStyle/>
          <a:p>
            <a:pPr>
              <a:buClr>
                <a:srgbClr val="00FF00"/>
              </a:buClr>
              <a:buSzPct val="25000"/>
            </a:pPr>
            <a:r>
              <a:rPr 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  <a:sym typeface="Cabin"/>
              </a:rPr>
              <a:t>Variables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7791450" y="3812373"/>
            <a:ext cx="3762375" cy="9525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defTabSz="685800">
              <a:buClr>
                <a:srgbClr val="FF7F00"/>
              </a:buClr>
              <a:buSzPct val="25000"/>
            </a:pPr>
            <a:r>
              <a:rPr lang="en-US" sz="3675" kern="0" dirty="0">
                <a:latin typeface="Arial" charset="0"/>
                <a:ea typeface="Arial" charset="0"/>
                <a:cs typeface="Arial" charset="0"/>
                <a:sym typeface="Cabin"/>
              </a:rPr>
              <a:t> 12.2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7150894" y="3960011"/>
            <a:ext cx="333375" cy="647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 defTabSz="685800">
              <a:buClr>
                <a:srgbClr val="00FF00"/>
              </a:buClr>
              <a:buSzPct val="25000"/>
            </a:pPr>
            <a:r>
              <a:rPr lang="en-US" sz="3900" kern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7762875" y="5041098"/>
            <a:ext cx="3762375" cy="9525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defTabSz="685800">
              <a:buClr>
                <a:srgbClr val="FF7F00"/>
              </a:buClr>
              <a:buSzPct val="25000"/>
            </a:pPr>
            <a:r>
              <a:rPr lang="en-US" sz="3675" kern="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75" kern="0" dirty="0">
                <a:latin typeface="Arial" charset="0"/>
                <a:ea typeface="Arial" charset="0"/>
                <a:cs typeface="Arial" charset="0"/>
                <a:sym typeface="Cabin"/>
              </a:rPr>
              <a:t>14         </a:t>
            </a:r>
            <a:r>
              <a:rPr lang="en-US" sz="3675" kern="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    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7138988" y="5193499"/>
            <a:ext cx="303608" cy="647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 defTabSz="685800">
              <a:buClr>
                <a:srgbClr val="00FF00"/>
              </a:buClr>
              <a:buSzPct val="25000"/>
            </a:pPr>
            <a:r>
              <a:rPr lang="en-US" sz="3900" kern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1968094" y="3986121"/>
            <a:ext cx="3029175" cy="17907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defTabSz="685800">
              <a:buClr>
                <a:srgbClr val="00FF00"/>
              </a:buClr>
              <a:buSzPct val="25000"/>
            </a:pPr>
            <a:r>
              <a:rPr lang="en-US" sz="3600" kern="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3600" kern="0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kern="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kern="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12.2</a:t>
            </a:r>
          </a:p>
          <a:p>
            <a:pPr defTabSz="685800">
              <a:buClr>
                <a:srgbClr val="00FF00"/>
              </a:buClr>
              <a:buSzPct val="25000"/>
            </a:pPr>
            <a:r>
              <a:rPr lang="en-US" sz="3600" kern="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y</a:t>
            </a:r>
            <a:r>
              <a:rPr lang="en-US" sz="3600" kern="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kern="0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kern="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kern="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14</a:t>
            </a:r>
          </a:p>
          <a:p>
            <a:pPr algn="ctr" defTabSz="685800"/>
            <a:endParaRPr sz="3600" b="1" kern="0" dirty="0">
              <a:solidFill>
                <a:srgbClr val="0000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264" name="Shape 264"/>
          <p:cNvSpPr txBox="1"/>
          <p:nvPr/>
        </p:nvSpPr>
        <p:spPr>
          <a:xfrm>
            <a:off x="1968094" y="6025744"/>
            <a:ext cx="2841750" cy="647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defTabSz="685800">
              <a:buClr>
                <a:srgbClr val="00FF00"/>
              </a:buClr>
            </a:pPr>
            <a:endParaRPr sz="3600" kern="0">
              <a:solidFill>
                <a:srgbClr val="0000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graphicFrame>
        <p:nvGraphicFramePr>
          <p:cNvPr id="266" name="Shape 258">
            <a:extLst>
              <a:ext uri="{FF2B5EF4-FFF2-40B4-BE49-F238E27FC236}">
                <a16:creationId xmlns:a16="http://schemas.microsoft.com/office/drawing/2014/main" id="{B91D4CF3-DBC1-86E4-5040-CFFCEB10B6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0460934"/>
              </p:ext>
            </p:extLst>
          </p:nvPr>
        </p:nvGraphicFramePr>
        <p:xfrm>
          <a:off x="609600" y="1600200"/>
          <a:ext cx="10972800" cy="21109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28575" tIns="28575" rIns="28575" bIns="28575" anchor="ctr" anchorCtr="0">
            <a:noAutofit/>
          </a:bodyPr>
          <a:lstStyle/>
          <a:p>
            <a:pPr>
              <a:buClr>
                <a:srgbClr val="00FF00"/>
              </a:buClr>
              <a:buSzPct val="25000"/>
            </a:pPr>
            <a:r>
              <a:rPr 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  <a:sym typeface="Cabin"/>
              </a:rPr>
              <a:t>Variables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7791450" y="3812373"/>
            <a:ext cx="3762375" cy="9525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defTabSz="685800">
              <a:buClr>
                <a:srgbClr val="FF7F00"/>
              </a:buClr>
              <a:buSzPct val="25000"/>
            </a:pPr>
            <a:r>
              <a:rPr lang="en-US" sz="3675" kern="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75" kern="0" dirty="0">
                <a:latin typeface="Arial" charset="0"/>
                <a:ea typeface="Arial" charset="0"/>
                <a:cs typeface="Arial" charset="0"/>
                <a:sym typeface="Cabin"/>
              </a:rPr>
              <a:t>12.2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7150894" y="3960011"/>
            <a:ext cx="333375" cy="647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 defTabSz="685800">
              <a:buClr>
                <a:srgbClr val="00FF00"/>
              </a:buClr>
              <a:buSzPct val="25000"/>
            </a:pPr>
            <a:r>
              <a:rPr lang="en-US" sz="3900" kern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7634193" y="5193499"/>
            <a:ext cx="3762375" cy="9525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defTabSz="685800">
              <a:buClr>
                <a:srgbClr val="FF7F00"/>
              </a:buClr>
              <a:buSzPct val="25000"/>
            </a:pPr>
            <a:r>
              <a:rPr lang="en-US" sz="3675" kern="0" dirty="0">
                <a:latin typeface="Arial" charset="0"/>
                <a:ea typeface="Arial" charset="0"/>
                <a:cs typeface="Arial" charset="0"/>
                <a:sym typeface="Cabin"/>
              </a:rPr>
              <a:t> 14               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7138988" y="5193499"/>
            <a:ext cx="303608" cy="647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 defTabSz="685800">
              <a:buClr>
                <a:srgbClr val="00FF00"/>
              </a:buClr>
              <a:buSzPct val="25000"/>
            </a:pPr>
            <a:r>
              <a:rPr lang="en-US" sz="3900" kern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grpSp>
        <p:nvGrpSpPr>
          <p:cNvPr id="10" name="Shape 276"/>
          <p:cNvGrpSpPr/>
          <p:nvPr/>
        </p:nvGrpSpPr>
        <p:grpSpPr>
          <a:xfrm>
            <a:off x="8017668" y="3989776"/>
            <a:ext cx="572700" cy="677549"/>
            <a:chOff x="0" y="0"/>
            <a:chExt cx="762000" cy="901775"/>
          </a:xfrm>
        </p:grpSpPr>
        <p:cxnSp>
          <p:nvCxnSpPr>
            <p:cNvPr id="11" name="Shape 277"/>
            <p:cNvCxnSpPr/>
            <p:nvPr/>
          </p:nvCxnSpPr>
          <p:spPr>
            <a:xfrm flipH="1">
              <a:off x="0" y="15875"/>
              <a:ext cx="762000" cy="885900"/>
            </a:xfrm>
            <a:prstGeom prst="straightConnector1">
              <a:avLst/>
            </a:prstGeom>
            <a:noFill/>
            <a:ln w="63500" cap="rnd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2" name="Shape 278"/>
            <p:cNvCxnSpPr/>
            <p:nvPr/>
          </p:nvCxnSpPr>
          <p:spPr>
            <a:xfrm>
              <a:off x="0" y="0"/>
              <a:ext cx="571500" cy="796799"/>
            </a:xfrm>
            <a:prstGeom prst="straightConnector1">
              <a:avLst/>
            </a:prstGeom>
            <a:noFill/>
            <a:ln w="63500" cap="rnd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sp>
        <p:nvSpPr>
          <p:cNvPr id="13" name="Shape 279"/>
          <p:cNvSpPr txBox="1"/>
          <p:nvPr/>
        </p:nvSpPr>
        <p:spPr>
          <a:xfrm>
            <a:off x="8889207" y="3942152"/>
            <a:ext cx="1252349" cy="704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 defTabSz="685800">
              <a:buClr>
                <a:srgbClr val="FF7F00"/>
              </a:buClr>
              <a:buSzPct val="25000"/>
            </a:pPr>
            <a:r>
              <a:rPr lang="en-US" sz="4350" kern="0" dirty="0">
                <a:latin typeface="Arial" charset="0"/>
                <a:ea typeface="Arial" charset="0"/>
                <a:cs typeface="Arial" charset="0"/>
                <a:sym typeface="Cabin"/>
              </a:rPr>
              <a:t>100</a:t>
            </a:r>
          </a:p>
        </p:txBody>
      </p:sp>
      <p:sp>
        <p:nvSpPr>
          <p:cNvPr id="14" name="Shape 263"/>
          <p:cNvSpPr txBox="1"/>
          <p:nvPr/>
        </p:nvSpPr>
        <p:spPr>
          <a:xfrm>
            <a:off x="1968094" y="3986121"/>
            <a:ext cx="3029175" cy="17907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defTabSz="685800">
              <a:buClr>
                <a:srgbClr val="00FF00"/>
              </a:buClr>
              <a:buSzPct val="25000"/>
            </a:pPr>
            <a:r>
              <a:rPr lang="en-US" sz="3600" kern="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3600" kern="0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kern="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kern="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12.2</a:t>
            </a:r>
          </a:p>
          <a:p>
            <a:pPr defTabSz="685800">
              <a:buClr>
                <a:srgbClr val="00FF00"/>
              </a:buClr>
              <a:buSzPct val="25000"/>
            </a:pPr>
            <a:r>
              <a:rPr lang="en-US" sz="3600" kern="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y</a:t>
            </a:r>
            <a:r>
              <a:rPr lang="en-US" sz="3600" kern="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kern="0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kern="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kern="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14</a:t>
            </a:r>
          </a:p>
          <a:p>
            <a:pPr defTabSz="685800"/>
            <a:r>
              <a:rPr lang="en-US" sz="3600" kern="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3600" kern="0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kern="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kern="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100</a:t>
            </a:r>
          </a:p>
        </p:txBody>
      </p:sp>
      <p:graphicFrame>
        <p:nvGraphicFramePr>
          <p:cNvPr id="264" name="Shape 258">
            <a:extLst>
              <a:ext uri="{FF2B5EF4-FFF2-40B4-BE49-F238E27FC236}">
                <a16:creationId xmlns:a16="http://schemas.microsoft.com/office/drawing/2014/main" id="{C1C614D2-490B-9835-428C-E4A255C46A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1309522"/>
              </p:ext>
            </p:extLst>
          </p:nvPr>
        </p:nvGraphicFramePr>
        <p:xfrm>
          <a:off x="609600" y="1452563"/>
          <a:ext cx="10972800" cy="2280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04962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28575" tIns="28575" rIns="28575" bIns="28575" anchor="ctr" anchorCtr="0">
            <a:noAutofit/>
          </a:bodyPr>
          <a:lstStyle/>
          <a:p>
            <a:pPr>
              <a:buClr>
                <a:srgbClr val="FF7F00"/>
              </a:buClr>
              <a:buSzPct val="25000"/>
            </a:pPr>
            <a:r>
              <a:rPr 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  <a:sym typeface="Cabin"/>
              </a:rPr>
              <a:t>Python</a:t>
            </a:r>
            <a:r>
              <a:rPr lang="en-US" sz="5700" dirty="0"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  <a:sym typeface="Cabin"/>
              </a:rPr>
              <a:t>Variable</a:t>
            </a:r>
            <a:r>
              <a:rPr lang="en-US" sz="5700" dirty="0"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  <a:sym typeface="Cabin"/>
              </a:rPr>
              <a:t>Name</a:t>
            </a:r>
            <a:r>
              <a:rPr lang="en-US" sz="5700" dirty="0"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  <a:sym typeface="Cabin"/>
              </a:rPr>
              <a:t>Rules</a:t>
            </a:r>
          </a:p>
        </p:txBody>
      </p:sp>
      <p:graphicFrame>
        <p:nvGraphicFramePr>
          <p:cNvPr id="288" name="Shape 286">
            <a:extLst>
              <a:ext uri="{FF2B5EF4-FFF2-40B4-BE49-F238E27FC236}">
                <a16:creationId xmlns:a16="http://schemas.microsoft.com/office/drawing/2014/main" id="{DA467E8F-396C-D54B-E8A5-80B0C86115CC}"/>
              </a:ext>
            </a:extLst>
          </p:cNvPr>
          <p:cNvGraphicFramePr/>
          <p:nvPr/>
        </p:nvGraphicFramePr>
        <p:xfrm>
          <a:off x="609600" y="1600201"/>
          <a:ext cx="10972800" cy="234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" name="Rectangle 512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0" name="Rectangle 51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Shape 506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  <a:prstGeom prst="rect">
            <a:avLst/>
          </a:prstGeom>
        </p:spPr>
        <p:txBody>
          <a:bodyPr lIns="38100" tIns="38100" rIns="38100" bIns="38100" anchor="ctr" anchorCtr="0">
            <a:normAutofit/>
          </a:bodyPr>
          <a:lstStyle/>
          <a:p>
            <a:pPr>
              <a:buClr>
                <a:srgbClr val="00FF00"/>
              </a:buClr>
              <a:buSzPct val="25000"/>
            </a:pPr>
            <a:r>
              <a:rPr 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  <a:sym typeface="Cabin"/>
              </a:rPr>
              <a:t>Mnemonic</a:t>
            </a:r>
            <a:r>
              <a:rPr lang="en-US" sz="4800" dirty="0"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  <a:sym typeface="Cabin"/>
              </a:rPr>
              <a:t>Variable</a:t>
            </a:r>
            <a:r>
              <a:rPr lang="en-US" sz="4800" dirty="0"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  <a:sym typeface="Cabin"/>
              </a:rPr>
              <a:t>Names</a:t>
            </a:r>
          </a:p>
        </p:txBody>
      </p:sp>
      <p:cxnSp>
        <p:nvCxnSpPr>
          <p:cNvPr id="522" name="Straight Connector 52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9" name="Shape 507">
            <a:extLst>
              <a:ext uri="{FF2B5EF4-FFF2-40B4-BE49-F238E27FC236}">
                <a16:creationId xmlns:a16="http://schemas.microsoft.com/office/drawing/2014/main" id="{80264B4E-0925-2E64-2870-3D7B2EEDD7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793777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50906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Shape 526"/>
          <p:cNvSpPr txBox="1"/>
          <p:nvPr/>
        </p:nvSpPr>
        <p:spPr>
          <a:xfrm>
            <a:off x="870429" y="1547195"/>
            <a:ext cx="6256124" cy="1752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defTabSz="685800">
              <a:buClr>
                <a:srgbClr val="FFFF00"/>
              </a:buClr>
              <a:buSzPct val="25000"/>
            </a:pPr>
            <a:r>
              <a:rPr lang="en-US" sz="2250" kern="0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x1q3z9ocd = 35.0 </a:t>
            </a:r>
          </a:p>
          <a:p>
            <a:pPr defTabSz="685800">
              <a:buClr>
                <a:srgbClr val="FFFF00"/>
              </a:buClr>
              <a:buSzPct val="25000"/>
            </a:pPr>
            <a:r>
              <a:rPr lang="en-US" sz="2250" kern="0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x1q3z9afd = 12.50</a:t>
            </a:r>
          </a:p>
          <a:p>
            <a:pPr defTabSz="685800">
              <a:buClr>
                <a:srgbClr val="FFFF00"/>
              </a:buClr>
              <a:buSzPct val="25000"/>
            </a:pPr>
            <a:r>
              <a:rPr lang="en-US" sz="2250" kern="0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x1q3p9afd = x1q3z9ocd * x1q3z9afd</a:t>
            </a:r>
          </a:p>
          <a:p>
            <a:pPr defTabSz="685800">
              <a:buClr>
                <a:srgbClr val="FFFF00"/>
              </a:buClr>
              <a:buSzPct val="25000"/>
            </a:pPr>
            <a:r>
              <a:rPr lang="en-US" sz="2250" kern="0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print(x1q3p9afd)</a:t>
            </a:r>
          </a:p>
        </p:txBody>
      </p:sp>
      <p:sp>
        <p:nvSpPr>
          <p:cNvPr id="527" name="Shape 527"/>
          <p:cNvSpPr txBox="1"/>
          <p:nvPr/>
        </p:nvSpPr>
        <p:spPr>
          <a:xfrm>
            <a:off x="7829983" y="1536804"/>
            <a:ext cx="3906449" cy="1752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defTabSz="685800">
              <a:buClr>
                <a:srgbClr val="00FF00"/>
              </a:buClr>
              <a:buSzPct val="25000"/>
            </a:pPr>
            <a:r>
              <a:rPr lang="en-US" sz="2250" kern="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hours = 35.0 </a:t>
            </a:r>
          </a:p>
          <a:p>
            <a:pPr defTabSz="685800">
              <a:buClr>
                <a:srgbClr val="00FF00"/>
              </a:buClr>
              <a:buSzPct val="25000"/>
            </a:pPr>
            <a:r>
              <a:rPr lang="en-US" sz="2250" kern="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rate = 12.50 </a:t>
            </a:r>
          </a:p>
          <a:p>
            <a:pPr defTabSz="685800">
              <a:buClr>
                <a:srgbClr val="00FF00"/>
              </a:buClr>
              <a:buSzPct val="25000"/>
            </a:pPr>
            <a:r>
              <a:rPr lang="en-US" sz="2250" kern="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pay = hours * rate </a:t>
            </a:r>
          </a:p>
          <a:p>
            <a:pPr defTabSz="685800">
              <a:buClr>
                <a:srgbClr val="00FF00"/>
              </a:buClr>
              <a:buSzPct val="25000"/>
            </a:pPr>
            <a:r>
              <a:rPr lang="en-US" sz="2250" kern="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print(pay)</a:t>
            </a:r>
          </a:p>
        </p:txBody>
      </p:sp>
      <p:sp>
        <p:nvSpPr>
          <p:cNvPr id="529" name="Shape 529"/>
          <p:cNvSpPr txBox="1"/>
          <p:nvPr/>
        </p:nvSpPr>
        <p:spPr>
          <a:xfrm>
            <a:off x="428626" y="342901"/>
            <a:ext cx="9142886" cy="914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 defTabSz="685800">
              <a:buClr>
                <a:srgbClr val="FFFFFF"/>
              </a:buClr>
              <a:buSzPct val="25000"/>
            </a:pPr>
            <a:r>
              <a:rPr 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sym typeface="Cabin"/>
              </a:rPr>
              <a:t>What</a:t>
            </a:r>
            <a:r>
              <a:rPr lang="en-US" sz="2850" kern="0" dirty="0"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sym typeface="Cabin"/>
              </a:rPr>
              <a:t>are these bits of code doing?</a:t>
            </a:r>
          </a:p>
        </p:txBody>
      </p:sp>
    </p:spTree>
    <p:extLst>
      <p:ext uri="{BB962C8B-B14F-4D97-AF65-F5344CB8AC3E}">
        <p14:creationId xmlns:p14="http://schemas.microsoft.com/office/powerpoint/2010/main" val="972378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6D92-E25F-D6E4-AB0E-2D11658F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263" y="457350"/>
            <a:ext cx="10360152" cy="1139911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Arithmetic</a:t>
            </a:r>
            <a:r>
              <a:rPr lang="en-US" sz="5400" dirty="0">
                <a:latin typeface="Times" pitchFamily="2" charset="0"/>
              </a:rPr>
              <a:t> </a:t>
            </a:r>
            <a:r>
              <a:rPr lang="en-US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operations</a:t>
            </a:r>
            <a:r>
              <a:rPr lang="en-US" sz="5400" dirty="0">
                <a:latin typeface="Times" pitchFamily="2" charset="0"/>
              </a:rPr>
              <a:t> </a:t>
            </a:r>
            <a:r>
              <a:rPr lang="en-US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and</a:t>
            </a:r>
            <a:r>
              <a:rPr lang="en-US" sz="5400" dirty="0">
                <a:latin typeface="Times" pitchFamily="2" charset="0"/>
              </a:rPr>
              <a:t> </a:t>
            </a:r>
            <a:r>
              <a:rPr lang="en-US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precedence</a:t>
            </a:r>
            <a:r>
              <a:rPr lang="en-US" sz="5400" dirty="0">
                <a:latin typeface="Times" pitchFamily="2" charset="0"/>
              </a:rPr>
              <a:t> </a:t>
            </a:r>
            <a:br>
              <a:rPr lang="en-US" sz="2500" dirty="0"/>
            </a:br>
            <a:br>
              <a:rPr lang="en-US" sz="2500" dirty="0">
                <a:highlight>
                  <a:srgbClr val="FFFF00"/>
                </a:highlight>
              </a:rPr>
            </a:br>
            <a:endParaRPr lang="en-US" sz="25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A03F89-0F91-59C3-F971-6982771C8C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763227"/>
              </p:ext>
            </p:extLst>
          </p:nvPr>
        </p:nvGraphicFramePr>
        <p:xfrm>
          <a:off x="991585" y="1407411"/>
          <a:ext cx="7987276" cy="369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1283">
                  <a:extLst>
                    <a:ext uri="{9D8B030D-6E8A-4147-A177-3AD203B41FA5}">
                      <a16:colId xmlns:a16="http://schemas.microsoft.com/office/drawing/2014/main" val="3485969216"/>
                    </a:ext>
                  </a:extLst>
                </a:gridCol>
                <a:gridCol w="3076809">
                  <a:extLst>
                    <a:ext uri="{9D8B030D-6E8A-4147-A177-3AD203B41FA5}">
                      <a16:colId xmlns:a16="http://schemas.microsoft.com/office/drawing/2014/main" val="1504653660"/>
                    </a:ext>
                  </a:extLst>
                </a:gridCol>
                <a:gridCol w="1928364">
                  <a:extLst>
                    <a:ext uri="{9D8B030D-6E8A-4147-A177-3AD203B41FA5}">
                      <a16:colId xmlns:a16="http://schemas.microsoft.com/office/drawing/2014/main" val="169666132"/>
                    </a:ext>
                  </a:extLst>
                </a:gridCol>
                <a:gridCol w="1200820">
                  <a:extLst>
                    <a:ext uri="{9D8B030D-6E8A-4147-A177-3AD203B41FA5}">
                      <a16:colId xmlns:a16="http://schemas.microsoft.com/office/drawing/2014/main" val="4097373669"/>
                    </a:ext>
                  </a:extLst>
                </a:gridCol>
              </a:tblGrid>
              <a:tr h="328374"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Operator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Meaning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Example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Y</a:t>
                      </a:r>
                    </a:p>
                  </a:txBody>
                  <a:tcPr marL="69907" marR="69907" marT="34953" marB="34953" anchor="ctr"/>
                </a:tc>
                <a:extLst>
                  <a:ext uri="{0D108BD9-81ED-4DB2-BD59-A6C34878D82A}">
                    <a16:rowId xmlns:a16="http://schemas.microsoft.com/office/drawing/2014/main" val="1862302224"/>
                  </a:ext>
                </a:extLst>
              </a:tr>
              <a:tr h="560331">
                <a:tc>
                  <a:txBody>
                    <a:bodyPr/>
                    <a:lstStyle/>
                    <a:p>
                      <a:pPr algn="ctr" rtl="0"/>
                      <a:r>
                        <a:rPr lang="en-GB" sz="1500" dirty="0"/>
                        <a:t>+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Addition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>
                          <a:solidFill>
                            <a:schemeClr val="dk1"/>
                          </a:solidFill>
                        </a:rPr>
                        <a:t>x=</a:t>
                      </a:r>
                      <a:r>
                        <a:rPr lang="en-GB" sz="1500" b="0" u="none" strike="noStrike" kern="1200" baseline="0">
                          <a:solidFill>
                            <a:schemeClr val="dk1"/>
                          </a:solidFill>
                        </a:rPr>
                        <a:t> 10</a:t>
                      </a:r>
                    </a:p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 baseline="0">
                          <a:solidFill>
                            <a:schemeClr val="dk1"/>
                          </a:solidFill>
                        </a:rPr>
                        <a:t>y = x + 3</a:t>
                      </a:r>
                      <a:endParaRPr lang="en-GB" sz="1500" b="0" i="0" u="none" strike="noStrike" kern="1200">
                        <a:solidFill>
                          <a:schemeClr val="dk1"/>
                        </a:solidFill>
                        <a:latin typeface="+mn-lt"/>
                        <a:cs typeface="Arial"/>
                      </a:endParaRPr>
                    </a:p>
                  </a:txBody>
                  <a:tcPr marL="69907" marR="69907" marT="34953" marB="34953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>
                          <a:solidFill>
                            <a:schemeClr val="dk1"/>
                          </a:solidFill>
                        </a:rPr>
                        <a:t>13</a:t>
                      </a:r>
                      <a:endParaRPr lang="en-GB" sz="1500" b="0" i="0" u="none" strike="noStrike" kern="1200">
                        <a:solidFill>
                          <a:schemeClr val="dk1"/>
                        </a:solidFill>
                        <a:latin typeface="+mn-lt"/>
                        <a:cs typeface="Arial"/>
                      </a:endParaRPr>
                    </a:p>
                  </a:txBody>
                  <a:tcPr marL="69907" marR="69907" marT="34953" marB="34953"/>
                </a:tc>
                <a:extLst>
                  <a:ext uri="{0D108BD9-81ED-4DB2-BD59-A6C34878D82A}">
                    <a16:rowId xmlns:a16="http://schemas.microsoft.com/office/drawing/2014/main" val="3489263482"/>
                  </a:ext>
                </a:extLst>
              </a:tr>
              <a:tr h="560331"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-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Subtraction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>
                          <a:solidFill>
                            <a:schemeClr val="dk1"/>
                          </a:solidFill>
                        </a:rPr>
                        <a:t>x=</a:t>
                      </a:r>
                      <a:r>
                        <a:rPr lang="en-GB" sz="1500" b="0" u="none" strike="noStrike" kern="1200" baseline="0">
                          <a:solidFill>
                            <a:schemeClr val="dk1"/>
                          </a:solidFill>
                        </a:rPr>
                        <a:t> 6</a:t>
                      </a:r>
                    </a:p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 baseline="0">
                          <a:solidFill>
                            <a:schemeClr val="dk1"/>
                          </a:solidFill>
                        </a:rPr>
                        <a:t>y = x – 4</a:t>
                      </a:r>
                      <a:endParaRPr lang="en-GB" sz="1500" b="0" i="0" u="none" strike="noStrike" kern="1200">
                        <a:solidFill>
                          <a:schemeClr val="dk1"/>
                        </a:solidFill>
                        <a:latin typeface="+mn-lt"/>
                        <a:cs typeface="Arial"/>
                      </a:endParaRPr>
                    </a:p>
                  </a:txBody>
                  <a:tcPr marL="69907" marR="69907" marT="34953" marB="34953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GB" sz="1500" b="0" i="0" u="none" strike="noStrike" kern="1200">
                        <a:solidFill>
                          <a:schemeClr val="dk1"/>
                        </a:solidFill>
                        <a:latin typeface="+mn-lt"/>
                        <a:cs typeface="Arial"/>
                      </a:endParaRPr>
                    </a:p>
                  </a:txBody>
                  <a:tcPr marL="69907" marR="69907" marT="34953" marB="34953"/>
                </a:tc>
                <a:extLst>
                  <a:ext uri="{0D108BD9-81ED-4DB2-BD59-A6C34878D82A}">
                    <a16:rowId xmlns:a16="http://schemas.microsoft.com/office/drawing/2014/main" val="2791648838"/>
                  </a:ext>
                </a:extLst>
              </a:tr>
              <a:tr h="560331"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*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Multiplication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>
                          <a:solidFill>
                            <a:schemeClr val="dk1"/>
                          </a:solidFill>
                        </a:rPr>
                        <a:t>x=</a:t>
                      </a:r>
                      <a:r>
                        <a:rPr lang="en-GB" sz="1500" b="0" u="none" strike="noStrike" kern="1200" baseline="0">
                          <a:solidFill>
                            <a:schemeClr val="dk1"/>
                          </a:solidFill>
                        </a:rPr>
                        <a:t> 2</a:t>
                      </a:r>
                    </a:p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 baseline="0">
                          <a:solidFill>
                            <a:schemeClr val="dk1"/>
                          </a:solidFill>
                        </a:rPr>
                        <a:t>y = x * 5</a:t>
                      </a:r>
                      <a:endParaRPr lang="en-GB" sz="1500" b="0" i="0" u="none" strike="noStrike" kern="1200">
                        <a:solidFill>
                          <a:schemeClr val="dk1"/>
                        </a:solidFill>
                        <a:latin typeface="+mn-lt"/>
                        <a:cs typeface="Arial"/>
                      </a:endParaRPr>
                    </a:p>
                  </a:txBody>
                  <a:tcPr marL="69907" marR="69907" marT="34953" marB="34953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>
                          <a:solidFill>
                            <a:schemeClr val="dk1"/>
                          </a:solidFill>
                        </a:rPr>
                        <a:t>10</a:t>
                      </a:r>
                      <a:endParaRPr lang="en-GB" sz="1500" b="0" i="0" u="none" strike="noStrike" kern="1200">
                        <a:solidFill>
                          <a:schemeClr val="dk1"/>
                        </a:solidFill>
                        <a:latin typeface="+mn-lt"/>
                        <a:cs typeface="Arial"/>
                      </a:endParaRPr>
                    </a:p>
                  </a:txBody>
                  <a:tcPr marL="69907" marR="69907" marT="34953" marB="34953"/>
                </a:tc>
                <a:extLst>
                  <a:ext uri="{0D108BD9-81ED-4DB2-BD59-A6C34878D82A}">
                    <a16:rowId xmlns:a16="http://schemas.microsoft.com/office/drawing/2014/main" val="2077683439"/>
                  </a:ext>
                </a:extLst>
              </a:tr>
              <a:tr h="560331"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/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Division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>
                          <a:solidFill>
                            <a:schemeClr val="dk1"/>
                          </a:solidFill>
                        </a:rPr>
                        <a:t>x=</a:t>
                      </a:r>
                      <a:r>
                        <a:rPr lang="en-GB" sz="1500" b="0" u="none" strike="noStrike" kern="1200" baseline="0">
                          <a:solidFill>
                            <a:schemeClr val="dk1"/>
                          </a:solidFill>
                        </a:rPr>
                        <a:t> 10</a:t>
                      </a:r>
                    </a:p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 baseline="0">
                          <a:solidFill>
                            <a:schemeClr val="dk1"/>
                          </a:solidFill>
                        </a:rPr>
                        <a:t>y = x / 7</a:t>
                      </a:r>
                      <a:endParaRPr lang="en-GB" sz="1500" b="0" i="0" u="none" strike="noStrike" kern="1200">
                        <a:solidFill>
                          <a:schemeClr val="dk1"/>
                        </a:solidFill>
                        <a:latin typeface="+mn-lt"/>
                        <a:cs typeface="Arial"/>
                      </a:endParaRPr>
                    </a:p>
                  </a:txBody>
                  <a:tcPr marL="69907" marR="69907" marT="34953" marB="34953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>
                          <a:solidFill>
                            <a:schemeClr val="dk1"/>
                          </a:solidFill>
                        </a:rPr>
                        <a:t>1.4</a:t>
                      </a:r>
                      <a:endParaRPr lang="en-GB" sz="1500" b="0" i="0" u="none" strike="noStrike" kern="1200">
                        <a:solidFill>
                          <a:schemeClr val="dk1"/>
                        </a:solidFill>
                        <a:latin typeface="+mn-lt"/>
                        <a:cs typeface="Arial"/>
                      </a:endParaRPr>
                    </a:p>
                  </a:txBody>
                  <a:tcPr marL="69907" marR="69907" marT="34953" marB="34953"/>
                </a:tc>
                <a:extLst>
                  <a:ext uri="{0D108BD9-81ED-4DB2-BD59-A6C34878D82A}">
                    <a16:rowId xmlns:a16="http://schemas.microsoft.com/office/drawing/2014/main" val="2030943941"/>
                  </a:ext>
                </a:extLst>
              </a:tr>
              <a:tr h="560331"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%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Modulus (reminder)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>
                          <a:solidFill>
                            <a:schemeClr val="dk1"/>
                          </a:solidFill>
                        </a:rPr>
                        <a:t>x=</a:t>
                      </a:r>
                      <a:r>
                        <a:rPr lang="en-GB" sz="1500" b="0" u="none" strike="noStrike" kern="1200" baseline="0">
                          <a:solidFill>
                            <a:schemeClr val="dk1"/>
                          </a:solidFill>
                        </a:rPr>
                        <a:t> 10</a:t>
                      </a:r>
                    </a:p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 baseline="0">
                          <a:solidFill>
                            <a:schemeClr val="dk1"/>
                          </a:solidFill>
                        </a:rPr>
                        <a:t>y = x % 7</a:t>
                      </a:r>
                      <a:endParaRPr lang="en-GB" sz="1500" b="0" i="0" u="none" strike="noStrike" kern="1200">
                        <a:solidFill>
                          <a:schemeClr val="dk1"/>
                        </a:solidFill>
                        <a:latin typeface="+mn-lt"/>
                        <a:cs typeface="Arial"/>
                      </a:endParaRPr>
                    </a:p>
                  </a:txBody>
                  <a:tcPr marL="69907" marR="69907" marT="34953" marB="34953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="0" u="none" strike="noStrike" kern="12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GB" sz="1500" b="0" i="0" u="none" strike="noStrike" kern="1200">
                        <a:solidFill>
                          <a:schemeClr val="dk1"/>
                        </a:solidFill>
                        <a:latin typeface="+mn-lt"/>
                        <a:cs typeface="Arial"/>
                      </a:endParaRPr>
                    </a:p>
                  </a:txBody>
                  <a:tcPr marL="69907" marR="69907" marT="34953" marB="34953"/>
                </a:tc>
                <a:extLst>
                  <a:ext uri="{0D108BD9-81ED-4DB2-BD59-A6C34878D82A}">
                    <a16:rowId xmlns:a16="http://schemas.microsoft.com/office/drawing/2014/main" val="3995117487"/>
                  </a:ext>
                </a:extLst>
              </a:tr>
              <a:tr h="560331"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**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500"/>
                        <a:t>Exponent</a:t>
                      </a:r>
                    </a:p>
                  </a:txBody>
                  <a:tcPr marL="69907" marR="69907" marT="34953" marB="34953" anchor="ctr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500" b="0" u="none" strike="noStrike" kern="1200">
                          <a:solidFill>
                            <a:schemeClr val="dk1"/>
                          </a:solidFill>
                        </a:rPr>
                        <a:t>x= 3</a:t>
                      </a:r>
                    </a:p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500" b="0" u="none" strike="noStrike" kern="1200">
                          <a:solidFill>
                            <a:schemeClr val="dk1"/>
                          </a:solidFill>
                        </a:rPr>
                        <a:t>y = x ** 3</a:t>
                      </a:r>
                      <a:endParaRPr lang="es-ES" sz="1500" b="0" i="0" u="none" strike="noStrike" kern="1200">
                        <a:solidFill>
                          <a:schemeClr val="dk1"/>
                        </a:solidFill>
                        <a:latin typeface="+mn-lt"/>
                        <a:cs typeface="Arial"/>
                      </a:endParaRPr>
                    </a:p>
                  </a:txBody>
                  <a:tcPr marL="69907" marR="69907" marT="34953" marB="34953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500" b="0" u="none" strike="noStrike" kern="1200" dirty="0">
                          <a:solidFill>
                            <a:schemeClr val="dk1"/>
                          </a:solidFill>
                        </a:rPr>
                        <a:t>27</a:t>
                      </a:r>
                      <a:endParaRPr lang="es-ES" sz="1500" b="0" i="0" u="none" strike="noStrike" kern="1200" dirty="0">
                        <a:solidFill>
                          <a:schemeClr val="dk1"/>
                        </a:solidFill>
                        <a:latin typeface="+mn-lt"/>
                        <a:cs typeface="Arial"/>
                      </a:endParaRPr>
                    </a:p>
                  </a:txBody>
                  <a:tcPr marL="69907" marR="69907" marT="34953" marB="34953"/>
                </a:tc>
                <a:extLst>
                  <a:ext uri="{0D108BD9-81ED-4DB2-BD59-A6C34878D82A}">
                    <a16:rowId xmlns:a16="http://schemas.microsoft.com/office/drawing/2014/main" val="14663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4993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9209C-36A3-313B-2CFC-906F068B0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386BA-B71D-5B01-4963-457F7996F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263" y="457350"/>
            <a:ext cx="10360152" cy="1139911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altLang="en-US" sz="44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Comparison</a:t>
            </a:r>
            <a:r>
              <a:rPr lang="en-US" altLang="en-US" sz="3700" b="1" dirty="0">
                <a:latin typeface="+mn-lt"/>
              </a:rPr>
              <a:t> </a:t>
            </a:r>
            <a:r>
              <a:rPr lang="en-US" altLang="en-US" sz="44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Operators</a:t>
            </a:r>
            <a:br>
              <a:rPr lang="en-US" sz="3700" dirty="0">
                <a:highlight>
                  <a:srgbClr val="FFFF00"/>
                </a:highlight>
              </a:rPr>
            </a:br>
            <a:endParaRPr lang="en-US" sz="37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0314E9-A2E8-35EA-0E10-045C967C27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540772"/>
              </p:ext>
            </p:extLst>
          </p:nvPr>
        </p:nvGraphicFramePr>
        <p:xfrm>
          <a:off x="662973" y="1337315"/>
          <a:ext cx="9626066" cy="4183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9126">
                  <a:extLst>
                    <a:ext uri="{9D8B030D-6E8A-4147-A177-3AD203B41FA5}">
                      <a16:colId xmlns:a16="http://schemas.microsoft.com/office/drawing/2014/main" val="3485969216"/>
                    </a:ext>
                  </a:extLst>
                </a:gridCol>
                <a:gridCol w="2660771">
                  <a:extLst>
                    <a:ext uri="{9D8B030D-6E8A-4147-A177-3AD203B41FA5}">
                      <a16:colId xmlns:a16="http://schemas.microsoft.com/office/drawing/2014/main" val="1504653660"/>
                    </a:ext>
                  </a:extLst>
                </a:gridCol>
                <a:gridCol w="2437208">
                  <a:extLst>
                    <a:ext uri="{9D8B030D-6E8A-4147-A177-3AD203B41FA5}">
                      <a16:colId xmlns:a16="http://schemas.microsoft.com/office/drawing/2014/main" val="169666132"/>
                    </a:ext>
                  </a:extLst>
                </a:gridCol>
                <a:gridCol w="2048961">
                  <a:extLst>
                    <a:ext uri="{9D8B030D-6E8A-4147-A177-3AD203B41FA5}">
                      <a16:colId xmlns:a16="http://schemas.microsoft.com/office/drawing/2014/main" val="4097373669"/>
                    </a:ext>
                  </a:extLst>
                </a:gridCol>
              </a:tblGrid>
              <a:tr h="1020205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Operator</a:t>
                      </a: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Meaning</a:t>
                      </a: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/>
                        <a:t>Example</a:t>
                      </a: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/>
                        <a:t>Result</a:t>
                      </a:r>
                    </a:p>
                  </a:txBody>
                  <a:tcPr marL="95665" marR="95665" marT="47832" marB="47832" anchor="ctr"/>
                </a:tc>
                <a:extLst>
                  <a:ext uri="{0D108BD9-81ED-4DB2-BD59-A6C34878D82A}">
                    <a16:rowId xmlns:a16="http://schemas.microsoft.com/office/drawing/2014/main" val="1862302224"/>
                  </a:ext>
                </a:extLst>
              </a:tr>
              <a:tr h="527194">
                <a:tc>
                  <a:txBody>
                    <a:bodyPr/>
                    <a:lstStyle/>
                    <a:p>
                      <a:pPr algn="ctr"/>
                      <a:r>
                        <a:rPr lang="en-GB" sz="2600" b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algn="l"/>
                      <a:endParaRPr lang="en-GB" sz="2600" b="0">
                        <a:solidFill>
                          <a:schemeClr val="tx1"/>
                        </a:solidFill>
                      </a:endParaRP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600" b="0" u="none" strike="noStrike" kern="1200">
                          <a:solidFill>
                            <a:schemeClr val="tx1"/>
                          </a:solidFill>
                        </a:rPr>
                        <a:t>5 &gt; 1</a:t>
                      </a:r>
                      <a:endParaRPr lang="en-GB" sz="26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5665" marR="95665" marT="47832" marB="47832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600" b="0" u="none" strike="noStrike" kern="120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GB" sz="26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5665" marR="95665" marT="47832" marB="47832"/>
                </a:tc>
                <a:extLst>
                  <a:ext uri="{0D108BD9-81ED-4DB2-BD59-A6C34878D82A}">
                    <a16:rowId xmlns:a16="http://schemas.microsoft.com/office/drawing/2014/main" val="3489263482"/>
                  </a:ext>
                </a:extLst>
              </a:tr>
              <a:tr h="527194">
                <a:tc>
                  <a:txBody>
                    <a:bodyPr/>
                    <a:lstStyle/>
                    <a:p>
                      <a:pPr algn="ctr"/>
                      <a:r>
                        <a:rPr lang="en-GB" sz="2600" b="0">
                          <a:solidFill>
                            <a:schemeClr val="tx1"/>
                          </a:solidFill>
                        </a:rPr>
                        <a:t>&lt;</a:t>
                      </a: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algn="l"/>
                      <a:endParaRPr lang="en-GB" sz="2600" b="0">
                        <a:solidFill>
                          <a:schemeClr val="tx1"/>
                        </a:solidFill>
                      </a:endParaRP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600" b="0" u="none" strike="noStrike" kern="1200">
                          <a:solidFill>
                            <a:schemeClr val="tx1"/>
                          </a:solidFill>
                        </a:rPr>
                        <a:t>5 &lt; 2</a:t>
                      </a:r>
                      <a:endParaRPr lang="en-GB" sz="26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5665" marR="95665" marT="47832" marB="47832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GB" sz="26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false</a:t>
                      </a:r>
                      <a:endParaRPr lang="en-GB" sz="26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5665" marR="95665" marT="47832" marB="47832"/>
                </a:tc>
                <a:extLst>
                  <a:ext uri="{0D108BD9-81ED-4DB2-BD59-A6C34878D82A}">
                    <a16:rowId xmlns:a16="http://schemas.microsoft.com/office/drawing/2014/main" val="2791648838"/>
                  </a:ext>
                </a:extLst>
              </a:tr>
              <a:tr h="527194">
                <a:tc>
                  <a:txBody>
                    <a:bodyPr/>
                    <a:lstStyle/>
                    <a:p>
                      <a:pPr algn="ctr"/>
                      <a:r>
                        <a:rPr lang="en-GB" sz="2600" b="0">
                          <a:solidFill>
                            <a:schemeClr val="tx1"/>
                          </a:solidFill>
                        </a:rPr>
                        <a:t>==</a:t>
                      </a: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600" b="0">
                          <a:solidFill>
                            <a:schemeClr val="tx1"/>
                          </a:solidFill>
                        </a:rPr>
                        <a:t>Equal</a:t>
                      </a: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600" b="0" u="none" strike="noStrike" kern="1200">
                          <a:solidFill>
                            <a:schemeClr val="tx1"/>
                          </a:solidFill>
                        </a:rPr>
                        <a:t>5 == 1</a:t>
                      </a:r>
                      <a:endParaRPr lang="en-GB" sz="26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5665" marR="95665" marT="47832" marB="47832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GB" sz="26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true</a:t>
                      </a:r>
                      <a:endParaRPr lang="en-GB" sz="26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5665" marR="95665" marT="47832" marB="47832"/>
                </a:tc>
                <a:extLst>
                  <a:ext uri="{0D108BD9-81ED-4DB2-BD59-A6C34878D82A}">
                    <a16:rowId xmlns:a16="http://schemas.microsoft.com/office/drawing/2014/main" val="2077683439"/>
                  </a:ext>
                </a:extLst>
              </a:tr>
              <a:tr h="527194">
                <a:tc>
                  <a:txBody>
                    <a:bodyPr/>
                    <a:lstStyle/>
                    <a:p>
                      <a:pPr algn="ctr"/>
                      <a:r>
                        <a:rPr lang="en-GB" sz="2600" b="0">
                          <a:solidFill>
                            <a:schemeClr val="tx1"/>
                          </a:solidFill>
                        </a:rPr>
                        <a:t>!=</a:t>
                      </a: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600" b="0">
                          <a:solidFill>
                            <a:schemeClr val="tx1"/>
                          </a:solidFill>
                        </a:rPr>
                        <a:t>Not Equal</a:t>
                      </a: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600" b="0">
                          <a:solidFill>
                            <a:schemeClr val="tx1"/>
                          </a:solidFill>
                        </a:rPr>
                        <a:t>4 != 10</a:t>
                      </a:r>
                    </a:p>
                  </a:txBody>
                  <a:tcPr marL="95665" marR="95665" marT="47832" marB="47832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26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true</a:t>
                      </a:r>
                      <a:endParaRPr lang="en-GB" sz="2600" b="0">
                        <a:solidFill>
                          <a:schemeClr val="tx1"/>
                        </a:solidFill>
                      </a:endParaRPr>
                    </a:p>
                  </a:txBody>
                  <a:tcPr marL="95665" marR="95665" marT="47832" marB="47832"/>
                </a:tc>
                <a:extLst>
                  <a:ext uri="{0D108BD9-81ED-4DB2-BD59-A6C34878D82A}">
                    <a16:rowId xmlns:a16="http://schemas.microsoft.com/office/drawing/2014/main" val="2030943941"/>
                  </a:ext>
                </a:extLst>
              </a:tr>
              <a:tr h="527194">
                <a:tc>
                  <a:txBody>
                    <a:bodyPr/>
                    <a:lstStyle/>
                    <a:p>
                      <a:pPr algn="ctr"/>
                      <a:r>
                        <a:rPr lang="en-GB" sz="2600" b="0">
                          <a:solidFill>
                            <a:schemeClr val="tx1"/>
                          </a:solidFill>
                        </a:rPr>
                        <a:t>&gt;=</a:t>
                      </a: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algn="l"/>
                      <a:endParaRPr lang="en-GB" sz="2600" b="0">
                        <a:solidFill>
                          <a:schemeClr val="tx1"/>
                        </a:solidFill>
                      </a:endParaRP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600" b="0" u="none" strike="noStrike" kern="1200">
                          <a:solidFill>
                            <a:schemeClr val="tx1"/>
                          </a:solidFill>
                        </a:rPr>
                        <a:t>5 &gt;= 6</a:t>
                      </a:r>
                      <a:endParaRPr lang="en-GB" sz="26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5665" marR="95665" marT="47832" marB="47832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GB" sz="26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false</a:t>
                      </a:r>
                      <a:endParaRPr lang="en-GB" sz="26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5665" marR="95665" marT="47832" marB="47832"/>
                </a:tc>
                <a:extLst>
                  <a:ext uri="{0D108BD9-81ED-4DB2-BD59-A6C34878D82A}">
                    <a16:rowId xmlns:a16="http://schemas.microsoft.com/office/drawing/2014/main" val="3995117487"/>
                  </a:ext>
                </a:extLst>
              </a:tr>
              <a:tr h="527194">
                <a:tc>
                  <a:txBody>
                    <a:bodyPr/>
                    <a:lstStyle/>
                    <a:p>
                      <a:pPr algn="ctr"/>
                      <a:r>
                        <a:rPr lang="en-GB" sz="2600" b="0">
                          <a:solidFill>
                            <a:schemeClr val="tx1"/>
                          </a:solidFill>
                        </a:rPr>
                        <a:t>&lt;=</a:t>
                      </a: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algn="l"/>
                      <a:endParaRPr lang="en-GB" sz="2600" b="0">
                        <a:solidFill>
                          <a:schemeClr val="tx1"/>
                        </a:solidFill>
                      </a:endParaRPr>
                    </a:p>
                  </a:txBody>
                  <a:tcPr marL="95665" marR="95665" marT="47832" marB="47832" anchor="ctr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600" b="0" u="none" strike="noStrike" kern="1200">
                          <a:solidFill>
                            <a:schemeClr val="tx1"/>
                          </a:solidFill>
                        </a:rPr>
                        <a:t>5 &lt;= 6</a:t>
                      </a:r>
                      <a:endParaRPr lang="en-GB" sz="26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5665" marR="95665" marT="47832" marB="47832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GB" sz="2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true</a:t>
                      </a:r>
                      <a:endParaRPr lang="en-GB" sz="2600" b="0" i="0" u="none" strike="noStrike" kern="1200" dirty="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5665" marR="95665" marT="47832" marB="47832"/>
                </a:tc>
                <a:extLst>
                  <a:ext uri="{0D108BD9-81ED-4DB2-BD59-A6C34878D82A}">
                    <a16:rowId xmlns:a16="http://schemas.microsoft.com/office/drawing/2014/main" val="14663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342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320C45-F1A2-F10C-338F-6DC1003C1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34438"/>
            <a:ext cx="3354404" cy="261297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br>
              <a:rPr lang="en-US" sz="3400" dirty="0">
                <a:effectLst/>
              </a:rPr>
            </a:br>
            <a:br>
              <a:rPr lang="en-US" dirty="0">
                <a:effectLst/>
              </a:rPr>
            </a:br>
            <a:r>
              <a:rPr lang="en-US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LOGIC</a:t>
            </a:r>
            <a:r>
              <a:rPr lang="en-US" dirty="0">
                <a:effectLst/>
              </a:rPr>
              <a:t> </a:t>
            </a:r>
            <a:r>
              <a:rPr lang="en-US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OPERATORS</a:t>
            </a:r>
            <a:r>
              <a:rPr lang="en-US" dirty="0">
                <a:effectLst/>
              </a:rPr>
              <a:t> </a:t>
            </a:r>
            <a:br>
              <a:rPr lang="en-US" dirty="0">
                <a:effectLst/>
              </a:rPr>
            </a:br>
            <a:endParaRPr lang="en-US" dirty="0"/>
          </a:p>
        </p:txBody>
      </p:sp>
      <p:pic>
        <p:nvPicPr>
          <p:cNvPr id="5" name="Content Placeholder 4" descr="A screenshot of a test&#10;&#10;Description automatically generated">
            <a:extLst>
              <a:ext uri="{FF2B5EF4-FFF2-40B4-BE49-F238E27FC236}">
                <a16:creationId xmlns:a16="http://schemas.microsoft.com/office/drawing/2014/main" id="{70475144-7B31-3D4A-DFC2-7EC809DE7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65414" y="990201"/>
            <a:ext cx="7218019" cy="481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9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779D-33ED-308F-04FF-6784EC4A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sz="44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Logical</a:t>
            </a:r>
            <a:r>
              <a:rPr lang="en-US" altLang="en-US" sz="4400" dirty="0"/>
              <a:t> </a:t>
            </a:r>
            <a:r>
              <a:rPr lang="en-US" altLang="en-US" sz="44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Operators</a:t>
            </a:r>
            <a:endParaRPr lang="en-US" sz="4400" spc="-1" dirty="0">
              <a:solidFill>
                <a:srgbClr val="333399"/>
              </a:solidFill>
              <a:uFill>
                <a:solidFill>
                  <a:srgbClr val="FFFFFF"/>
                </a:solidFill>
              </a:uFill>
              <a:latin typeface="Times" pitchFamily="2" charset="0"/>
              <a:ea typeface="+mn-ea"/>
              <a:cs typeface="+mn-cs"/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6E65B1-10C6-0A6D-CE0D-AB4B01A4EE05}"/>
              </a:ext>
            </a:extLst>
          </p:cNvPr>
          <p:cNvGraphicFramePr>
            <a:graphicFrameLocks/>
          </p:cNvGraphicFramePr>
          <p:nvPr/>
        </p:nvGraphicFramePr>
        <p:xfrm>
          <a:off x="4700956" y="1098734"/>
          <a:ext cx="6683660" cy="4729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638">
                  <a:extLst>
                    <a:ext uri="{9D8B030D-6E8A-4147-A177-3AD203B41FA5}">
                      <a16:colId xmlns:a16="http://schemas.microsoft.com/office/drawing/2014/main" val="3485969216"/>
                    </a:ext>
                  </a:extLst>
                </a:gridCol>
                <a:gridCol w="2213022">
                  <a:extLst>
                    <a:ext uri="{9D8B030D-6E8A-4147-A177-3AD203B41FA5}">
                      <a16:colId xmlns:a16="http://schemas.microsoft.com/office/drawing/2014/main" val="1504653660"/>
                    </a:ext>
                  </a:extLst>
                </a:gridCol>
                <a:gridCol w="1595124">
                  <a:extLst>
                    <a:ext uri="{9D8B030D-6E8A-4147-A177-3AD203B41FA5}">
                      <a16:colId xmlns:a16="http://schemas.microsoft.com/office/drawing/2014/main" val="169666132"/>
                    </a:ext>
                  </a:extLst>
                </a:gridCol>
                <a:gridCol w="1261876">
                  <a:extLst>
                    <a:ext uri="{9D8B030D-6E8A-4147-A177-3AD203B41FA5}">
                      <a16:colId xmlns:a16="http://schemas.microsoft.com/office/drawing/2014/main" val="4097373669"/>
                    </a:ext>
                  </a:extLst>
                </a:gridCol>
              </a:tblGrid>
              <a:tr h="521337">
                <a:tc>
                  <a:txBody>
                    <a:bodyPr/>
                    <a:lstStyle/>
                    <a:p>
                      <a:pPr algn="ctr"/>
                      <a:r>
                        <a:rPr lang="en-GB" sz="2500"/>
                        <a:t>Operator</a:t>
                      </a:r>
                    </a:p>
                  </a:txBody>
                  <a:tcPr marL="90336" marR="90336" marT="45168" marB="451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500"/>
                        <a:t>Meaning</a:t>
                      </a:r>
                    </a:p>
                  </a:txBody>
                  <a:tcPr marL="90336" marR="90336" marT="45168" marB="451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500"/>
                        <a:t>Example</a:t>
                      </a:r>
                    </a:p>
                  </a:txBody>
                  <a:tcPr marL="90336" marR="90336" marT="45168" marB="451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500"/>
                        <a:t>Result</a:t>
                      </a:r>
                    </a:p>
                  </a:txBody>
                  <a:tcPr marL="90336" marR="90336" marT="45168" marB="45168" anchor="ctr"/>
                </a:tc>
                <a:extLst>
                  <a:ext uri="{0D108BD9-81ED-4DB2-BD59-A6C34878D82A}">
                    <a16:rowId xmlns:a16="http://schemas.microsoft.com/office/drawing/2014/main" val="1862302224"/>
                  </a:ext>
                </a:extLst>
              </a:tr>
              <a:tr h="1276699">
                <a:tc>
                  <a:txBody>
                    <a:bodyPr/>
                    <a:lstStyle/>
                    <a:p>
                      <a:pPr algn="ctr"/>
                      <a:r>
                        <a:rPr lang="en-GB" sz="2500"/>
                        <a:t>and</a:t>
                      </a:r>
                    </a:p>
                  </a:txBody>
                  <a:tcPr marL="90336" marR="90336" marT="45168" marB="451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500" dirty="0"/>
                        <a:t>True if both the operands are true</a:t>
                      </a:r>
                    </a:p>
                  </a:txBody>
                  <a:tcPr marL="90336" marR="90336" marT="45168" marB="45168" anchor="ctr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500" b="0" u="none" strike="noStrike" kern="1200">
                          <a:solidFill>
                            <a:schemeClr val="tx1"/>
                          </a:solidFill>
                        </a:rPr>
                        <a:t>(5 == 1) and (43 &gt;4)</a:t>
                      </a:r>
                      <a:endParaRPr lang="en-GB" sz="25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0336" marR="90336" marT="45168" marB="45168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500" b="0" u="none" strike="noStrike" kern="120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en-GB" sz="25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0336" marR="90336" marT="45168" marB="45168"/>
                </a:tc>
                <a:extLst>
                  <a:ext uri="{0D108BD9-81ED-4DB2-BD59-A6C34878D82A}">
                    <a16:rowId xmlns:a16="http://schemas.microsoft.com/office/drawing/2014/main" val="3489263482"/>
                  </a:ext>
                </a:extLst>
              </a:tr>
              <a:tr h="1654380">
                <a:tc>
                  <a:txBody>
                    <a:bodyPr/>
                    <a:lstStyle/>
                    <a:p>
                      <a:pPr algn="ctr"/>
                      <a:r>
                        <a:rPr lang="en-GB" sz="2500"/>
                        <a:t>or</a:t>
                      </a:r>
                    </a:p>
                  </a:txBody>
                  <a:tcPr marL="90336" marR="90336" marT="45168" marB="451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500"/>
                        <a:t>True if either of the operands is true</a:t>
                      </a:r>
                    </a:p>
                  </a:txBody>
                  <a:tcPr marL="90336" marR="90336" marT="45168" marB="45168" anchor="ctr"/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500" b="0" u="none" strike="noStrike" kern="1200">
                          <a:solidFill>
                            <a:schemeClr val="tx1"/>
                          </a:solidFill>
                        </a:rPr>
                        <a:t>(5 != 1) or (9 &gt;=</a:t>
                      </a:r>
                      <a:r>
                        <a:rPr lang="en-GB" sz="2500" b="0" u="none" strike="noStrike" kern="1200" baseline="0">
                          <a:solidFill>
                            <a:schemeClr val="tx1"/>
                          </a:solidFill>
                        </a:rPr>
                        <a:t> 10)</a:t>
                      </a:r>
                      <a:endParaRPr lang="en-GB" sz="25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0336" marR="90336" marT="45168" marB="45168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500" b="0" u="none" strike="noStrike" kern="120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GB" sz="25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0336" marR="90336" marT="45168" marB="45168"/>
                </a:tc>
                <a:extLst>
                  <a:ext uri="{0D108BD9-81ED-4DB2-BD59-A6C34878D82A}">
                    <a16:rowId xmlns:a16="http://schemas.microsoft.com/office/drawing/2014/main" val="2791648838"/>
                  </a:ext>
                </a:extLst>
              </a:tr>
              <a:tr h="1276699">
                <a:tc>
                  <a:txBody>
                    <a:bodyPr/>
                    <a:lstStyle/>
                    <a:p>
                      <a:pPr algn="ctr"/>
                      <a:r>
                        <a:rPr lang="en-GB" sz="2500"/>
                        <a:t>not</a:t>
                      </a:r>
                    </a:p>
                  </a:txBody>
                  <a:tcPr marL="90336" marR="90336" marT="45168" marB="451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500"/>
                        <a:t>True if operand is false</a:t>
                      </a:r>
                    </a:p>
                  </a:txBody>
                  <a:tcPr marL="90336" marR="90336" marT="45168" marB="45168" anchor="ctr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500" b="0" u="none" strike="noStrike" kern="1200">
                          <a:solidFill>
                            <a:schemeClr val="tx1"/>
                          </a:solidFill>
                        </a:rPr>
                        <a:t>not(5 &gt;= 6)</a:t>
                      </a:r>
                      <a:endParaRPr lang="en-GB" sz="2500" b="0" i="0" u="none" strike="noStrike" kern="120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0336" marR="90336" marT="45168" marB="45168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500" b="0" u="none" strike="noStrike" kern="12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GB" sz="2500" b="0" i="0" u="none" strike="noStrike" kern="1200" dirty="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0336" marR="90336" marT="45168" marB="45168"/>
                </a:tc>
                <a:extLst>
                  <a:ext uri="{0D108BD9-81ED-4DB2-BD59-A6C34878D82A}">
                    <a16:rowId xmlns:a16="http://schemas.microsoft.com/office/drawing/2014/main" val="2077683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418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F0220-E93F-86B2-D00E-A30692716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34438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CF79B9-1AA6-36E7-8E0F-A45DCCE9D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9100" y="1510446"/>
            <a:ext cx="7290648" cy="377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05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2288-64AF-1885-0013-950A8AE0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5084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altLang="en-US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Order</a:t>
            </a:r>
            <a:r>
              <a:rPr lang="en-US" altLang="en-US" sz="3600" b="1" dirty="0">
                <a:latin typeface="Times" pitchFamily="2" charset="0"/>
              </a:rPr>
              <a:t> </a:t>
            </a:r>
            <a:r>
              <a:rPr lang="en-US" altLang="en-US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of</a:t>
            </a:r>
            <a:r>
              <a:rPr lang="en-US" altLang="en-US" sz="3600" b="1" dirty="0">
                <a:latin typeface="Times" pitchFamily="2" charset="0"/>
              </a:rPr>
              <a:t> </a:t>
            </a:r>
            <a:r>
              <a:rPr lang="en-US" altLang="en-US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Operations</a:t>
            </a:r>
            <a:br>
              <a:rPr lang="en-US" altLang="en-US" sz="4000" b="1" dirty="0">
                <a:solidFill>
                  <a:schemeClr val="accent2"/>
                </a:solidFill>
                <a:latin typeface="+mn-lt"/>
              </a:rPr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CBFADA-B1A8-2C50-8C37-98DFACB43CEE}"/>
              </a:ext>
            </a:extLst>
          </p:cNvPr>
          <p:cNvGraphicFramePr>
            <a:graphicFrameLocks noGrp="1"/>
          </p:cNvGraphicFramePr>
          <p:nvPr/>
        </p:nvGraphicFramePr>
        <p:xfrm>
          <a:off x="1540042" y="1775567"/>
          <a:ext cx="388103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30">
                  <a:extLst>
                    <a:ext uri="{9D8B030D-6E8A-4147-A177-3AD203B41FA5}">
                      <a16:colId xmlns:a16="http://schemas.microsoft.com/office/drawing/2014/main" val="3485969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500" b="0" dirty="0"/>
                        <a:t>0rder (High -&gt; Low)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302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500" b="0" dirty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263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500" b="0" dirty="0"/>
                        <a:t>**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64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500" b="0" kern="1200" dirty="0">
                          <a:solidFill>
                            <a:schemeClr val="dk1"/>
                          </a:solidFill>
                          <a:effectLst/>
                        </a:rPr>
                        <a:t>* / %</a:t>
                      </a:r>
                      <a:endParaRPr lang="en-GB" sz="25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683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500" b="0" dirty="0"/>
                        <a:t>+ 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113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500" b="0" kern="1200" dirty="0">
                          <a:solidFill>
                            <a:schemeClr val="dk1"/>
                          </a:solidFill>
                          <a:effectLst/>
                        </a:rPr>
                        <a:t>&lt; &gt; &lt;= &gt;= != ==</a:t>
                      </a:r>
                      <a:endParaRPr lang="en-GB" sz="25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899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500" b="0" dirty="0"/>
                        <a:t>not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819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500" b="0" kern="1200" dirty="0">
                          <a:solidFill>
                            <a:schemeClr val="dk1"/>
                          </a:solidFill>
                          <a:effectLst/>
                        </a:rPr>
                        <a:t>and</a:t>
                      </a:r>
                      <a:endParaRPr lang="en-GB" sz="25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7435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500" b="0" kern="1200" dirty="0">
                          <a:solidFill>
                            <a:schemeClr val="dk1"/>
                          </a:solidFill>
                          <a:effectLst/>
                        </a:rPr>
                        <a:t>or</a:t>
                      </a:r>
                      <a:endParaRPr lang="en-GB" sz="25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93121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337196-008E-BDC8-4003-8A2569564819}"/>
              </a:ext>
            </a:extLst>
          </p:cNvPr>
          <p:cNvGraphicFramePr>
            <a:graphicFrameLocks noGrp="1"/>
          </p:cNvGraphicFramePr>
          <p:nvPr/>
        </p:nvGraphicFramePr>
        <p:xfrm>
          <a:off x="5556083" y="1775460"/>
          <a:ext cx="4389800" cy="4251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243">
                  <a:extLst>
                    <a:ext uri="{9D8B030D-6E8A-4147-A177-3AD203B41FA5}">
                      <a16:colId xmlns:a16="http://schemas.microsoft.com/office/drawing/2014/main" val="3485969216"/>
                    </a:ext>
                  </a:extLst>
                </a:gridCol>
                <a:gridCol w="1179557">
                  <a:extLst>
                    <a:ext uri="{9D8B030D-6E8A-4147-A177-3AD203B41FA5}">
                      <a16:colId xmlns:a16="http://schemas.microsoft.com/office/drawing/2014/main" val="3087660874"/>
                    </a:ext>
                  </a:extLst>
                </a:gridCol>
              </a:tblGrid>
              <a:tr h="544673">
                <a:tc>
                  <a:txBody>
                    <a:bodyPr/>
                    <a:lstStyle/>
                    <a:p>
                      <a:pPr algn="ctr"/>
                      <a:r>
                        <a:rPr lang="en-GB" sz="2500" b="0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500" b="0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302224"/>
                  </a:ext>
                </a:extLst>
              </a:tr>
              <a:tr h="544673">
                <a:tc>
                  <a:txBody>
                    <a:bodyPr/>
                    <a:lstStyle/>
                    <a:p>
                      <a:pPr algn="l"/>
                      <a:r>
                        <a:rPr lang="en-GB" sz="2500" b="0" dirty="0"/>
                        <a:t>16 - 2 * 5 / 2 + 1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500" b="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263482"/>
                  </a:ext>
                </a:extLst>
              </a:tr>
              <a:tr h="544673">
                <a:tc>
                  <a:txBody>
                    <a:bodyPr/>
                    <a:lstStyle/>
                    <a:p>
                      <a:pPr algn="l"/>
                      <a:r>
                        <a:rPr lang="en-GB" sz="2500" b="0" dirty="0"/>
                        <a:t>10 * 5 + 2 / (8 + 2)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500" b="0" dirty="0"/>
                        <a:t>50.2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648838"/>
                  </a:ext>
                </a:extLst>
              </a:tr>
              <a:tr h="544673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500" b="0" dirty="0"/>
                        <a:t>45 % 10 /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500" b="0" dirty="0"/>
                        <a:t>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683439"/>
                  </a:ext>
                </a:extLst>
              </a:tr>
              <a:tr h="544673">
                <a:tc>
                  <a:txBody>
                    <a:bodyPr/>
                    <a:lstStyle/>
                    <a:p>
                      <a:pPr algn="l"/>
                      <a:r>
                        <a:rPr lang="en-GB" sz="2500" b="0" dirty="0"/>
                        <a:t>10 - 4 *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500" b="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113232"/>
                  </a:ext>
                </a:extLst>
              </a:tr>
              <a:tr h="544673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500" b="0" dirty="0"/>
                        <a:t>(10 - 4) *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500" b="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899336"/>
                  </a:ext>
                </a:extLst>
              </a:tr>
              <a:tr h="983925">
                <a:tc>
                  <a:txBody>
                    <a:bodyPr/>
                    <a:lstStyle/>
                    <a:p>
                      <a:pPr algn="l"/>
                      <a:r>
                        <a:rPr lang="en-GB" sz="2500" b="0" dirty="0"/>
                        <a:t>(12 + 0 ) - 4 &gt; 2 * 3 /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500" b="0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819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40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" y="409576"/>
            <a:ext cx="12058650" cy="857249"/>
          </a:xfrm>
          <a:noFill/>
        </p:spPr>
        <p:txBody>
          <a:bodyPr>
            <a:noAutofit/>
          </a:bodyPr>
          <a:lstStyle/>
          <a:p>
            <a:pPr algn="ctr" rtl="0"/>
            <a:r>
              <a:rPr lang="en-US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Decisions</a:t>
            </a:r>
            <a:br>
              <a:rPr lang="en-US" altLang="en-US" sz="3000" b="1" dirty="0">
                <a:solidFill>
                  <a:schemeClr val="accent2"/>
                </a:solidFill>
                <a:latin typeface="+mn-lt"/>
              </a:rPr>
            </a:br>
            <a:endParaRPr lang="en-US" sz="30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" y="1266825"/>
            <a:ext cx="12058650" cy="5524500"/>
          </a:xfrm>
          <a:noFill/>
        </p:spPr>
        <p:txBody>
          <a:bodyPr>
            <a:noAutofit/>
          </a:bodyPr>
          <a:lstStyle/>
          <a:p>
            <a:pPr marL="365760" lvl="1" indent="-256032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500" dirty="0">
                <a:cs typeface="Courier New" panose="02070309020205020404" pitchFamily="49" charset="0"/>
              </a:rPr>
              <a:t>A decision lets you run either one section of code or another, based on the results of a specific test</a:t>
            </a:r>
          </a:p>
          <a:p>
            <a:pPr marL="365760" lvl="1" indent="-256032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500" b="1" dirty="0">
                <a:cs typeface="Courier New" panose="02070309020205020404" pitchFamily="49" charset="0"/>
              </a:rPr>
              <a:t>In python, we have the following decisions statements :</a:t>
            </a:r>
          </a:p>
          <a:p>
            <a:pPr marL="717804" lvl="2" indent="-342900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Courier New" panose="02070309020205020404" pitchFamily="49" charset="0"/>
              <a:buChar char="o"/>
              <a:defRPr/>
            </a:pPr>
            <a:r>
              <a:rPr lang="en-GB" altLang="en-US" sz="2000" dirty="0">
                <a:cs typeface="Courier New" panose="02070309020205020404" pitchFamily="49" charset="0"/>
              </a:rPr>
              <a:t>if statement </a:t>
            </a:r>
          </a:p>
          <a:p>
            <a:pPr marL="717804" lvl="2" indent="-342900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Courier New" panose="02070309020205020404" pitchFamily="49" charset="0"/>
              <a:buChar char="o"/>
              <a:defRPr/>
            </a:pPr>
            <a:r>
              <a:rPr lang="en-GB" altLang="en-US" sz="2000" dirty="0">
                <a:cs typeface="Courier New" panose="02070309020205020404" pitchFamily="49" charset="0"/>
              </a:rPr>
              <a:t>else statement </a:t>
            </a:r>
          </a:p>
          <a:p>
            <a:pPr marL="717804" lvl="2" indent="-342900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Courier New" panose="02070309020205020404" pitchFamily="49" charset="0"/>
              <a:buChar char="o"/>
              <a:defRPr/>
            </a:pPr>
            <a:r>
              <a:rPr lang="en-GB" altLang="en-US" sz="2000" dirty="0" err="1">
                <a:cs typeface="Courier New" panose="02070309020205020404" pitchFamily="49" charset="0"/>
              </a:rPr>
              <a:t>elif</a:t>
            </a:r>
            <a:r>
              <a:rPr lang="en-GB" altLang="en-US" sz="2000" dirty="0">
                <a:cs typeface="Courier New" panose="02070309020205020404" pitchFamily="49" charset="0"/>
              </a:rPr>
              <a:t> statement</a:t>
            </a:r>
            <a:endParaRPr lang="en-GB" altLang="en-US" sz="2000" dirty="0">
              <a:solidFill>
                <a:srgbClr val="335B74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24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" y="409576"/>
            <a:ext cx="12058650" cy="857249"/>
          </a:xfrm>
          <a:noFill/>
        </p:spPr>
        <p:txBody>
          <a:bodyPr>
            <a:noAutofit/>
          </a:bodyPr>
          <a:lstStyle/>
          <a:p>
            <a:pPr algn="ctr" rtl="0"/>
            <a:r>
              <a:rPr lang="en-US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Decisions: if statement</a:t>
            </a:r>
            <a:br>
              <a:rPr lang="en-US" altLang="en-US" sz="3000" b="1" dirty="0">
                <a:solidFill>
                  <a:schemeClr val="accent2"/>
                </a:solidFill>
                <a:latin typeface="+mn-lt"/>
              </a:rPr>
            </a:br>
            <a:endParaRPr lang="en-US" sz="30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" y="1266825"/>
            <a:ext cx="12058650" cy="5524500"/>
          </a:xfrm>
          <a:noFill/>
        </p:spPr>
        <p:txBody>
          <a:bodyPr>
            <a:noAutofit/>
          </a:bodyPr>
          <a:lstStyle/>
          <a:p>
            <a:pPr marL="365760" lvl="1" indent="-256032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500" dirty="0">
                <a:cs typeface="Courier New" panose="02070309020205020404" pitchFamily="49" charset="0"/>
              </a:rPr>
              <a:t>It executes some code only if a specified condition is true</a:t>
            </a:r>
          </a:p>
          <a:p>
            <a:pPr marL="365760" lvl="1" indent="-256032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500" b="1" dirty="0">
                <a:cs typeface="Courier New" panose="02070309020205020404" pitchFamily="49" charset="0"/>
              </a:rPr>
              <a:t>Syntax:</a:t>
            </a:r>
          </a:p>
          <a:p>
            <a:pPr marL="361950" lvl="1" indent="0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None/>
              <a:defRPr/>
            </a:pPr>
            <a:r>
              <a:rPr lang="en-GB" altLang="en-US" sz="2500" dirty="0">
                <a:solidFill>
                  <a:srgbClr val="FF0000"/>
                </a:solidFill>
                <a:cs typeface="Courier New" panose="02070309020205020404" pitchFamily="49" charset="0"/>
              </a:rPr>
              <a:t>if</a:t>
            </a:r>
            <a:r>
              <a:rPr lang="en-GB" altLang="en-US" sz="2500" dirty="0">
                <a:cs typeface="Courier New" panose="02070309020205020404" pitchFamily="49" charset="0"/>
              </a:rPr>
              <a:t> condition</a:t>
            </a:r>
            <a:r>
              <a:rPr lang="en-GB" altLang="en-US" sz="2500" dirty="0">
                <a:solidFill>
                  <a:srgbClr val="FF0000"/>
                </a:solidFill>
                <a:cs typeface="Courier New" panose="02070309020205020404" pitchFamily="49" charset="0"/>
              </a:rPr>
              <a:t>:</a:t>
            </a:r>
            <a:r>
              <a:rPr lang="en-GB" altLang="en-US" sz="2500" dirty="0">
                <a:cs typeface="Courier New" panose="02070309020205020404" pitchFamily="49" charset="0"/>
              </a:rPr>
              <a:t> </a:t>
            </a:r>
          </a:p>
          <a:p>
            <a:pPr marL="630238" lvl="1" indent="0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None/>
              <a:tabLst>
                <a:tab pos="630238" algn="l"/>
              </a:tabLst>
              <a:defRPr/>
            </a:pPr>
            <a:r>
              <a:rPr lang="en-GB" altLang="en-US" sz="2500" dirty="0">
                <a:cs typeface="Courier New" panose="02070309020205020404" pitchFamily="49" charset="0"/>
              </a:rPr>
              <a:t>statement(s) to be executed if condition is true</a:t>
            </a:r>
          </a:p>
          <a:p>
            <a:pPr marL="630238" lvl="1" indent="0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None/>
              <a:tabLst>
                <a:tab pos="630238" algn="l"/>
              </a:tabLst>
              <a:defRPr/>
            </a:pPr>
            <a:endParaRPr lang="en-GB" altLang="en-US" sz="2500" dirty="0">
              <a:cs typeface="Courier New" panose="02070309020205020404" pitchFamily="49" charset="0"/>
            </a:endParaRPr>
          </a:p>
          <a:p>
            <a:pPr marL="365760" lvl="1" indent="-256032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Georgia"/>
              <a:buChar char="•"/>
              <a:tabLst>
                <a:tab pos="630238" algn="l"/>
              </a:tabLst>
              <a:defRPr/>
            </a:pPr>
            <a:r>
              <a:rPr lang="en-GB" altLang="en-US" sz="2500" b="1" dirty="0">
                <a:cs typeface="Courier New" panose="02070309020205020404" pitchFamily="49" charset="0"/>
              </a:rPr>
              <a:t>Note</a:t>
            </a:r>
          </a:p>
          <a:p>
            <a:pPr marL="361950" lvl="1" indent="0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None/>
              <a:tabLst>
                <a:tab pos="361950" algn="l"/>
              </a:tabLst>
              <a:defRPr/>
            </a:pPr>
            <a:r>
              <a:rPr lang="en-GB" altLang="en-US" sz="2500" dirty="0">
                <a:cs typeface="Courier New" panose="02070309020205020404" pitchFamily="49" charset="0"/>
              </a:rPr>
              <a:t>The statements inside the if will be indented</a:t>
            </a:r>
          </a:p>
          <a:p>
            <a:pPr marL="630238" lvl="1" indent="0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None/>
              <a:tabLst>
                <a:tab pos="630238" algn="l"/>
              </a:tabLst>
              <a:defRPr/>
            </a:pPr>
            <a:endParaRPr lang="en-GB" altLang="en-US" sz="2500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78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" y="409576"/>
            <a:ext cx="12058650" cy="857249"/>
          </a:xfrm>
          <a:noFill/>
        </p:spPr>
        <p:txBody>
          <a:bodyPr>
            <a:noAutofit/>
          </a:bodyPr>
          <a:lstStyle/>
          <a:p>
            <a:pPr algn="ctr" rtl="0"/>
            <a:r>
              <a:rPr lang="en-US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Decisions: if statement</a:t>
            </a:r>
            <a:br>
              <a:rPr lang="en-US" altLang="en-US" sz="3000" b="1" dirty="0">
                <a:solidFill>
                  <a:schemeClr val="accent2"/>
                </a:solidFill>
                <a:latin typeface="+mn-lt"/>
              </a:rPr>
            </a:br>
            <a:endParaRPr lang="en-US" sz="30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7D4B192D-C344-46C3-8928-D8F7B7860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54036" y="1308369"/>
            <a:ext cx="7683928" cy="53215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9360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" y="409576"/>
            <a:ext cx="12058650" cy="857249"/>
          </a:xfrm>
          <a:noFill/>
        </p:spPr>
        <p:txBody>
          <a:bodyPr>
            <a:noAutofit/>
          </a:bodyPr>
          <a:lstStyle/>
          <a:p>
            <a:pPr algn="ctr" rtl="0"/>
            <a:r>
              <a:rPr lang="en-GB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Decisions: if statement</a:t>
            </a:r>
            <a:br>
              <a:rPr lang="en-GB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</a:br>
            <a:endParaRPr lang="en-GB" altLang="en-US" sz="4000" spc="-1" dirty="0">
              <a:solidFill>
                <a:srgbClr val="333399"/>
              </a:solidFill>
              <a:uFill>
                <a:solidFill>
                  <a:srgbClr val="FFFFFF"/>
                </a:solidFill>
              </a:uFill>
              <a:latin typeface="Times" pitchFamily="2" charset="0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" y="1266825"/>
            <a:ext cx="12058650" cy="5524500"/>
          </a:xfrm>
          <a:noFill/>
        </p:spPr>
        <p:txBody>
          <a:bodyPr>
            <a:noAutofit/>
          </a:bodyPr>
          <a:lstStyle/>
          <a:p>
            <a:pPr marL="365760" lvl="1" indent="-256032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500" b="1" dirty="0">
                <a:cs typeface="Courier New" panose="02070309020205020404" pitchFamily="49" charset="0"/>
              </a:rPr>
              <a:t>Enter the day (sun, </a:t>
            </a:r>
            <a:r>
              <a:rPr lang="en-GB" altLang="en-US" sz="2500" b="1" dirty="0" err="1">
                <a:cs typeface="Courier New" panose="02070309020205020404" pitchFamily="49" charset="0"/>
              </a:rPr>
              <a:t>mon</a:t>
            </a:r>
            <a:r>
              <a:rPr lang="en-GB" altLang="en-US" sz="2500" b="1" dirty="0">
                <a:cs typeface="Courier New" panose="02070309020205020404" pitchFamily="49" charset="0"/>
              </a:rPr>
              <a:t>, …) then check: if the day is </a:t>
            </a:r>
            <a:r>
              <a:rPr lang="en-GB" altLang="en-US" sz="2500" b="1" dirty="0" err="1">
                <a:cs typeface="Courier New" panose="02070309020205020404" pitchFamily="49" charset="0"/>
              </a:rPr>
              <a:t>thu</a:t>
            </a:r>
            <a:r>
              <a:rPr lang="en-GB" altLang="en-US" sz="2500" b="1" dirty="0">
                <a:cs typeface="Courier New" panose="02070309020205020404" pitchFamily="49" charset="0"/>
              </a:rPr>
              <a:t>, print (have a nice weekend)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17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7D9911-0F29-C0D9-B4F6-D097516261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00" t="19078" r="55868" b="72156"/>
          <a:stretch/>
        </p:blipFill>
        <p:spPr>
          <a:xfrm>
            <a:off x="2155041" y="2049930"/>
            <a:ext cx="7804762" cy="14482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D85B01-095E-17DD-EA24-EE4A11FBC2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992" t="19444" r="56658" b="71649"/>
          <a:stretch/>
        </p:blipFill>
        <p:spPr>
          <a:xfrm>
            <a:off x="2155041" y="3575332"/>
            <a:ext cx="7766184" cy="15348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74BFAB-531D-43D6-181C-ED6931D2D77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309" t="19078" r="55947" b="72380"/>
          <a:stretch/>
        </p:blipFill>
        <p:spPr>
          <a:xfrm>
            <a:off x="2155041" y="5187349"/>
            <a:ext cx="7739349" cy="14444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417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" y="409576"/>
            <a:ext cx="12058650" cy="857249"/>
          </a:xfrm>
          <a:noFill/>
        </p:spPr>
        <p:txBody>
          <a:bodyPr>
            <a:noAutofit/>
          </a:bodyPr>
          <a:lstStyle/>
          <a:p>
            <a:pPr algn="ctr" rtl="0"/>
            <a:r>
              <a:rPr lang="en-US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Decisions: else statement</a:t>
            </a:r>
            <a:br>
              <a:rPr lang="en-US" altLang="en-US" sz="3000" b="1" dirty="0">
                <a:solidFill>
                  <a:schemeClr val="accent2"/>
                </a:solidFill>
                <a:latin typeface="+mn-lt"/>
              </a:rPr>
            </a:br>
            <a:endParaRPr lang="en-US" sz="30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" y="1266825"/>
            <a:ext cx="12058650" cy="5524500"/>
          </a:xfrm>
          <a:noFill/>
        </p:spPr>
        <p:txBody>
          <a:bodyPr>
            <a:noAutofit/>
          </a:bodyPr>
          <a:lstStyle/>
          <a:p>
            <a:pPr marL="365760" lvl="1" indent="-256032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500" dirty="0">
                <a:cs typeface="Courier New" panose="02070309020205020404" pitchFamily="49" charset="0"/>
              </a:rPr>
              <a:t>It execute some code if a condition is true and another code if false</a:t>
            </a:r>
          </a:p>
          <a:p>
            <a:pPr marL="365760" lvl="1" indent="-256032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500" b="1" dirty="0">
                <a:cs typeface="Courier New" panose="02070309020205020404" pitchFamily="49" charset="0"/>
              </a:rPr>
              <a:t>Syntax:</a:t>
            </a:r>
          </a:p>
          <a:p>
            <a:pPr marL="361950" lvl="1" indent="0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None/>
              <a:defRPr/>
            </a:pPr>
            <a:r>
              <a:rPr lang="en-GB" altLang="en-US" sz="2500" dirty="0">
                <a:solidFill>
                  <a:srgbClr val="FF0000"/>
                </a:solidFill>
                <a:cs typeface="Courier New" panose="02070309020205020404" pitchFamily="49" charset="0"/>
              </a:rPr>
              <a:t>if</a:t>
            </a:r>
            <a:r>
              <a:rPr lang="en-GB" altLang="en-US" sz="2500" dirty="0">
                <a:cs typeface="Courier New" panose="02070309020205020404" pitchFamily="49" charset="0"/>
              </a:rPr>
              <a:t> condition</a:t>
            </a:r>
            <a:r>
              <a:rPr lang="en-GB" altLang="en-US" sz="2500" dirty="0">
                <a:solidFill>
                  <a:srgbClr val="FF0000"/>
                </a:solidFill>
                <a:cs typeface="Courier New" panose="02070309020205020404" pitchFamily="49" charset="0"/>
              </a:rPr>
              <a:t>:</a:t>
            </a:r>
            <a:r>
              <a:rPr lang="en-GB" altLang="en-US" sz="2500" dirty="0">
                <a:cs typeface="Courier New" panose="02070309020205020404" pitchFamily="49" charset="0"/>
              </a:rPr>
              <a:t> </a:t>
            </a:r>
          </a:p>
          <a:p>
            <a:pPr marL="630238" lvl="1" indent="0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None/>
              <a:tabLst>
                <a:tab pos="630238" algn="l"/>
              </a:tabLst>
              <a:defRPr/>
            </a:pPr>
            <a:r>
              <a:rPr lang="en-GB" altLang="en-US" sz="2500" dirty="0">
                <a:cs typeface="Courier New" panose="02070309020205020404" pitchFamily="49" charset="0"/>
              </a:rPr>
              <a:t>statement(s) to be executed if condition is true</a:t>
            </a:r>
          </a:p>
          <a:p>
            <a:pPr marL="361950" lvl="1" indent="0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None/>
              <a:tabLst>
                <a:tab pos="361950" algn="l"/>
              </a:tabLst>
              <a:defRPr/>
            </a:pPr>
            <a:r>
              <a:rPr lang="en-GB" altLang="en-US" sz="2500" dirty="0">
                <a:solidFill>
                  <a:srgbClr val="FF0000"/>
                </a:solidFill>
                <a:cs typeface="Courier New" panose="02070309020205020404" pitchFamily="49" charset="0"/>
              </a:rPr>
              <a:t>else:</a:t>
            </a:r>
          </a:p>
          <a:p>
            <a:pPr marL="630238" lvl="1" indent="0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None/>
              <a:tabLst>
                <a:tab pos="630238" algn="l"/>
              </a:tabLst>
              <a:defRPr/>
            </a:pPr>
            <a:r>
              <a:rPr lang="en-GB" altLang="en-US" sz="2500" dirty="0">
                <a:cs typeface="Courier New" panose="02070309020205020404" pitchFamily="49" charset="0"/>
              </a:rPr>
              <a:t>statement(s) to be executed if condition is false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87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" y="409576"/>
            <a:ext cx="12058650" cy="857249"/>
          </a:xfrm>
          <a:noFill/>
        </p:spPr>
        <p:txBody>
          <a:bodyPr>
            <a:noAutofit/>
          </a:bodyPr>
          <a:lstStyle/>
          <a:p>
            <a:pPr algn="ctr" rtl="0"/>
            <a:r>
              <a:rPr lang="en-US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Decisions: else statement</a:t>
            </a:r>
            <a:br>
              <a:rPr lang="en-US" altLang="en-US" sz="3000" b="1" dirty="0">
                <a:solidFill>
                  <a:schemeClr val="accent2"/>
                </a:solidFill>
                <a:latin typeface="+mn-lt"/>
              </a:rPr>
            </a:br>
            <a:endParaRPr lang="en-US" sz="30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49DD9F2-3BC7-49B2-B49E-0AD179EDC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84308" y="1749671"/>
            <a:ext cx="8023383" cy="48645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0749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" y="409576"/>
            <a:ext cx="12058650" cy="857249"/>
          </a:xfrm>
          <a:noFill/>
        </p:spPr>
        <p:txBody>
          <a:bodyPr>
            <a:noAutofit/>
          </a:bodyPr>
          <a:lstStyle/>
          <a:p>
            <a:pPr algn="ctr" rtl="0"/>
            <a:r>
              <a:rPr lang="en-GB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Decisions: 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" y="1266825"/>
            <a:ext cx="12058650" cy="5524500"/>
          </a:xfrm>
          <a:noFill/>
        </p:spPr>
        <p:txBody>
          <a:bodyPr>
            <a:noAutofit/>
          </a:bodyPr>
          <a:lstStyle/>
          <a:p>
            <a:pPr marL="365760" lvl="1" indent="-256032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500" b="1" dirty="0">
                <a:cs typeface="Courier New" panose="02070309020205020404" pitchFamily="49" charset="0"/>
              </a:rPr>
              <a:t>Enter the day (sun, mon, …) then check: if the day is </a:t>
            </a:r>
            <a:r>
              <a:rPr lang="en-GB" altLang="en-US" sz="2500" b="1" dirty="0" err="1">
                <a:cs typeface="Courier New" panose="02070309020205020404" pitchFamily="49" charset="0"/>
              </a:rPr>
              <a:t>thu</a:t>
            </a:r>
            <a:r>
              <a:rPr lang="en-GB" altLang="en-US" sz="2500" b="1" dirty="0">
                <a:cs typeface="Courier New" panose="02070309020205020404" pitchFamily="49" charset="0"/>
              </a:rPr>
              <a:t>, print (have a nice weekend), otherwise print (have a nice day)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F1F4E1-3141-1162-F39E-86EA7E46FC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395" t="19078" r="55947" b="69028"/>
          <a:stretch/>
        </p:blipFill>
        <p:spPr>
          <a:xfrm>
            <a:off x="3548311" y="2539263"/>
            <a:ext cx="5095378" cy="13286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B4AC6C-3712-FDB4-480C-322E65508F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395" t="19078" r="55947" b="68422"/>
          <a:stretch/>
        </p:blipFill>
        <p:spPr>
          <a:xfrm>
            <a:off x="3548311" y="3941344"/>
            <a:ext cx="5095378" cy="13963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530BF9-D12F-EED8-FEF0-E3F7CA141BF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079" t="19444" r="55316" b="69028"/>
          <a:stretch/>
        </p:blipFill>
        <p:spPr>
          <a:xfrm>
            <a:off x="3548311" y="5411095"/>
            <a:ext cx="5110159" cy="1245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9709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" y="409576"/>
            <a:ext cx="12058650" cy="857249"/>
          </a:xfrm>
          <a:noFill/>
        </p:spPr>
        <p:txBody>
          <a:bodyPr>
            <a:noAutofit/>
          </a:bodyPr>
          <a:lstStyle/>
          <a:p>
            <a:pPr algn="ctr" rtl="0"/>
            <a:r>
              <a:rPr lang="en-GB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Decisions: 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" y="1266825"/>
            <a:ext cx="3956685" cy="5524500"/>
          </a:xfrm>
          <a:noFill/>
        </p:spPr>
        <p:txBody>
          <a:bodyPr>
            <a:noAutofit/>
          </a:bodyPr>
          <a:lstStyle/>
          <a:p>
            <a:pPr marL="365760" lvl="1" indent="-256032" algn="just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000" b="1" dirty="0">
                <a:cs typeface="Courier New" panose="02070309020205020404" pitchFamily="49" charset="0"/>
              </a:rPr>
              <a:t>Enter the day (sun, mon, …) then check: if the day is </a:t>
            </a:r>
            <a:r>
              <a:rPr lang="en-GB" altLang="en-US" sz="2000" b="1" dirty="0" err="1">
                <a:cs typeface="Courier New" panose="02070309020205020404" pitchFamily="49" charset="0"/>
              </a:rPr>
              <a:t>thu</a:t>
            </a:r>
            <a:r>
              <a:rPr lang="en-GB" altLang="en-US" sz="2000" b="1" dirty="0">
                <a:cs typeface="Courier New" panose="02070309020205020404" pitchFamily="49" charset="0"/>
              </a:rPr>
              <a:t>, </a:t>
            </a:r>
            <a:r>
              <a:rPr lang="en-GB" altLang="en-US" sz="2000" b="1" dirty="0" err="1">
                <a:cs typeface="Courier New" panose="02070309020205020404" pitchFamily="49" charset="0"/>
              </a:rPr>
              <a:t>fri</a:t>
            </a:r>
            <a:r>
              <a:rPr lang="en-GB" altLang="en-US" sz="2000" b="1" dirty="0">
                <a:cs typeface="Courier New" panose="02070309020205020404" pitchFamily="49" charset="0"/>
              </a:rPr>
              <a:t>, or sat, print (have a nice weekend), otherwise print (have a nice day)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B14DB-0851-189E-CEB0-61422DE89F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237" t="19078" r="47263" b="69028"/>
          <a:stretch/>
        </p:blipFill>
        <p:spPr>
          <a:xfrm>
            <a:off x="4126776" y="1554715"/>
            <a:ext cx="7895132" cy="15310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EEC129-E428-D29A-7330-981048C7B3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622" t="19078" r="47973" b="69028"/>
          <a:stretch/>
        </p:blipFill>
        <p:spPr>
          <a:xfrm>
            <a:off x="4126776" y="3177506"/>
            <a:ext cx="7895132" cy="15310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6E24B2-2D8A-A0C8-6550-29DB40910A8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58" t="19444" r="46711" b="69028"/>
          <a:stretch/>
        </p:blipFill>
        <p:spPr>
          <a:xfrm>
            <a:off x="4126777" y="4800297"/>
            <a:ext cx="7895132" cy="1461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329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" y="409576"/>
            <a:ext cx="12058650" cy="857249"/>
          </a:xfrm>
          <a:noFill/>
        </p:spPr>
        <p:txBody>
          <a:bodyPr>
            <a:noAutofit/>
          </a:bodyPr>
          <a:lstStyle/>
          <a:p>
            <a:pPr algn="ctr" rtl="0"/>
            <a:r>
              <a:rPr lang="en-US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Decisions: </a:t>
            </a:r>
            <a:r>
              <a:rPr lang="en-US" altLang="en-US" sz="4000" spc="-1" dirty="0" err="1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elif</a:t>
            </a:r>
            <a:r>
              <a:rPr lang="en-US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 statement</a:t>
            </a:r>
            <a:br>
              <a:rPr lang="en-US" altLang="en-US" sz="3000" b="1" dirty="0">
                <a:solidFill>
                  <a:schemeClr val="accent2"/>
                </a:solidFill>
                <a:latin typeface="+mn-lt"/>
              </a:rPr>
            </a:br>
            <a:endParaRPr lang="en-US" sz="30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" y="1266825"/>
            <a:ext cx="12058650" cy="5524500"/>
          </a:xfrm>
          <a:noFill/>
        </p:spPr>
        <p:txBody>
          <a:bodyPr>
            <a:noAutofit/>
          </a:bodyPr>
          <a:lstStyle/>
          <a:p>
            <a:pPr marL="365760" lvl="1" indent="-256032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500" dirty="0">
                <a:cs typeface="Courier New" panose="02070309020205020404" pitchFamily="49" charset="0"/>
              </a:rPr>
              <a:t>It is used to perform different actions based on different conditions</a:t>
            </a:r>
          </a:p>
          <a:p>
            <a:pPr marL="365760" lvl="1" indent="-256032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500" b="1" dirty="0">
                <a:cs typeface="Courier New" panose="02070309020205020404" pitchFamily="49" charset="0"/>
              </a:rPr>
              <a:t>Syntax:</a:t>
            </a:r>
          </a:p>
          <a:p>
            <a:pPr marL="361950" lvl="1" indent="0" algn="l" rtl="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None/>
              <a:defRPr/>
            </a:pPr>
            <a:r>
              <a:rPr lang="en-GB" altLang="en-US" sz="2500" dirty="0">
                <a:solidFill>
                  <a:srgbClr val="FF0000"/>
                </a:solidFill>
                <a:cs typeface="Courier New" panose="02070309020205020404" pitchFamily="49" charset="0"/>
              </a:rPr>
              <a:t>if</a:t>
            </a:r>
            <a:r>
              <a:rPr lang="en-GB" altLang="en-US" sz="2500" dirty="0">
                <a:cs typeface="Courier New" panose="02070309020205020404" pitchFamily="49" charset="0"/>
              </a:rPr>
              <a:t> condition1</a:t>
            </a:r>
            <a:r>
              <a:rPr lang="en-GB" altLang="en-US" sz="2500" dirty="0">
                <a:solidFill>
                  <a:srgbClr val="FF0000"/>
                </a:solidFill>
                <a:cs typeface="Courier New" panose="02070309020205020404" pitchFamily="49" charset="0"/>
              </a:rPr>
              <a:t>:</a:t>
            </a:r>
            <a:r>
              <a:rPr lang="en-GB" altLang="en-US" sz="2500" dirty="0">
                <a:cs typeface="Courier New" panose="02070309020205020404" pitchFamily="49" charset="0"/>
              </a:rPr>
              <a:t> </a:t>
            </a:r>
          </a:p>
          <a:p>
            <a:pPr marL="630238" lvl="1" indent="0" algn="l" rtl="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None/>
              <a:tabLst>
                <a:tab pos="630238" algn="l"/>
              </a:tabLst>
              <a:defRPr/>
            </a:pPr>
            <a:r>
              <a:rPr lang="en-GB" altLang="en-US" sz="2500" dirty="0">
                <a:cs typeface="Courier New" panose="02070309020205020404" pitchFamily="49" charset="0"/>
              </a:rPr>
              <a:t>statement(s) to be executed if condition1 is true</a:t>
            </a:r>
          </a:p>
          <a:p>
            <a:pPr marL="361950" lvl="1" indent="0" algn="l" rtl="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None/>
              <a:tabLst>
                <a:tab pos="361950" algn="l"/>
              </a:tabLst>
              <a:defRPr/>
            </a:pPr>
            <a:r>
              <a:rPr lang="en-GB" altLang="en-US" sz="2500" dirty="0" err="1">
                <a:solidFill>
                  <a:srgbClr val="FF0000"/>
                </a:solidFill>
                <a:cs typeface="Courier New" panose="02070309020205020404" pitchFamily="49" charset="0"/>
              </a:rPr>
              <a:t>elif</a:t>
            </a:r>
            <a:r>
              <a:rPr lang="en-GB" altLang="en-US" sz="2500" dirty="0">
                <a:solidFill>
                  <a:srgbClr val="FF0000"/>
                </a:solidFill>
                <a:cs typeface="Courier New" panose="02070309020205020404" pitchFamily="49" charset="0"/>
              </a:rPr>
              <a:t> </a:t>
            </a:r>
            <a:r>
              <a:rPr lang="en-GB" altLang="en-US" sz="2500" dirty="0">
                <a:cs typeface="Courier New" panose="02070309020205020404" pitchFamily="49" charset="0"/>
              </a:rPr>
              <a:t>condition2</a:t>
            </a:r>
            <a:r>
              <a:rPr lang="en-GB" altLang="en-US" sz="2500" dirty="0">
                <a:solidFill>
                  <a:srgbClr val="FF0000"/>
                </a:solidFill>
                <a:cs typeface="Courier New" panose="02070309020205020404" pitchFamily="49" charset="0"/>
              </a:rPr>
              <a:t>:</a:t>
            </a:r>
            <a:r>
              <a:rPr lang="en-GB" altLang="en-US" sz="2500" dirty="0">
                <a:cs typeface="Courier New" panose="02070309020205020404" pitchFamily="49" charset="0"/>
              </a:rPr>
              <a:t> </a:t>
            </a:r>
            <a:endParaRPr lang="en-GB" altLang="en-US" sz="2500" dirty="0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pPr marL="630238" lvl="1" indent="0" algn="l" rtl="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None/>
              <a:tabLst>
                <a:tab pos="630238" algn="l"/>
              </a:tabLst>
              <a:defRPr/>
            </a:pPr>
            <a:r>
              <a:rPr lang="en-GB" altLang="en-US" sz="2500" dirty="0">
                <a:cs typeface="Courier New" panose="02070309020205020404" pitchFamily="49" charset="0"/>
              </a:rPr>
              <a:t>statement(s) to be executed if condition2 </a:t>
            </a:r>
            <a:r>
              <a:rPr lang="en-GB" altLang="en-US" sz="2500">
                <a:cs typeface="Courier New" panose="02070309020205020404" pitchFamily="49" charset="0"/>
              </a:rPr>
              <a:t>is true</a:t>
            </a:r>
            <a:endParaRPr lang="en-GB" altLang="en-US" sz="2500" dirty="0">
              <a:cs typeface="Courier New" panose="02070309020205020404" pitchFamily="49" charset="0"/>
            </a:endParaRPr>
          </a:p>
          <a:p>
            <a:pPr marL="361950" lvl="1" indent="0" algn="l" rtl="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None/>
              <a:tabLst>
                <a:tab pos="361950" algn="l"/>
              </a:tabLst>
              <a:defRPr/>
            </a:pPr>
            <a:r>
              <a:rPr lang="en-GB" altLang="en-US" sz="2500" dirty="0">
                <a:cs typeface="Courier New" panose="02070309020205020404" pitchFamily="49" charset="0"/>
              </a:rPr>
              <a:t>:</a:t>
            </a:r>
          </a:p>
          <a:p>
            <a:pPr marL="361950" lvl="1" indent="0" algn="l" rtl="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None/>
              <a:tabLst>
                <a:tab pos="361950" algn="l"/>
              </a:tabLst>
              <a:defRPr/>
            </a:pPr>
            <a:r>
              <a:rPr lang="en-GB" altLang="en-US" sz="2500" dirty="0">
                <a:solidFill>
                  <a:srgbClr val="FF0000"/>
                </a:solidFill>
                <a:cs typeface="Courier New" panose="02070309020205020404" pitchFamily="49" charset="0"/>
              </a:rPr>
              <a:t>else:</a:t>
            </a:r>
          </a:p>
          <a:p>
            <a:pPr marL="630238" lvl="1" indent="0" algn="l" rtl="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None/>
              <a:tabLst>
                <a:tab pos="630238" algn="l"/>
              </a:tabLst>
              <a:defRPr/>
            </a:pPr>
            <a:r>
              <a:rPr lang="en-GB" altLang="en-US" sz="2500" dirty="0">
                <a:cs typeface="Courier New" panose="02070309020205020404" pitchFamily="49" charset="0"/>
              </a:rPr>
              <a:t>default statement(s) to be executed if all conditions are false</a:t>
            </a:r>
          </a:p>
          <a:p>
            <a:pPr marL="630238" lvl="1" indent="0" algn="l" rtl="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None/>
              <a:tabLst>
                <a:tab pos="630238" algn="l"/>
              </a:tabLst>
              <a:defRPr/>
            </a:pPr>
            <a:endParaRPr lang="en-GB" altLang="en-US" sz="2500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74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" y="409576"/>
            <a:ext cx="12058650" cy="857249"/>
          </a:xfrm>
          <a:noFill/>
        </p:spPr>
        <p:txBody>
          <a:bodyPr>
            <a:noAutofit/>
          </a:bodyPr>
          <a:lstStyle/>
          <a:p>
            <a:pPr algn="ctr"/>
            <a:r>
              <a:rPr lang="en-US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Decisions: </a:t>
            </a:r>
            <a:r>
              <a:rPr lang="en-US" altLang="en-US" sz="4000" spc="-1" dirty="0" err="1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elif</a:t>
            </a:r>
            <a:r>
              <a:rPr lang="en-US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 statement</a:t>
            </a:r>
            <a:br>
              <a:rPr lang="en-US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</a:br>
            <a:endParaRPr lang="en-US" sz="4000" spc="-1" dirty="0">
              <a:solidFill>
                <a:srgbClr val="333399"/>
              </a:solidFill>
              <a:uFill>
                <a:solidFill>
                  <a:srgbClr val="FFFFFF"/>
                </a:solidFill>
              </a:uFill>
              <a:latin typeface="Times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623F79-2DC8-4C2D-992C-B936AF30C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587" y="1308369"/>
            <a:ext cx="7362825" cy="5229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9180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" y="409576"/>
            <a:ext cx="12058650" cy="857249"/>
          </a:xfrm>
          <a:noFill/>
        </p:spPr>
        <p:txBody>
          <a:bodyPr>
            <a:noAutofit/>
          </a:bodyPr>
          <a:lstStyle/>
          <a:p>
            <a:pPr algn="ctr"/>
            <a:r>
              <a:rPr lang="en-GB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Decisions: </a:t>
            </a:r>
            <a:r>
              <a:rPr lang="en-GB" altLang="en-US" sz="4000" spc="-1" dirty="0" err="1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elif</a:t>
            </a:r>
            <a:r>
              <a:rPr lang="en-GB" altLang="en-US" sz="4000" spc="-1" dirty="0">
                <a:solidFill>
                  <a:srgbClr val="333399"/>
                </a:solidFill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" y="1459047"/>
            <a:ext cx="4914399" cy="5332278"/>
          </a:xfrm>
          <a:noFill/>
        </p:spPr>
        <p:txBody>
          <a:bodyPr>
            <a:noAutofit/>
          </a:bodyPr>
          <a:lstStyle/>
          <a:p>
            <a:pPr marL="365760" lvl="1" indent="-256032" algn="l" rtl="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500" b="1" dirty="0">
                <a:cs typeface="Courier New" panose="02070309020205020404" pitchFamily="49" charset="0"/>
              </a:rPr>
              <a:t>Enter a student score, then print its letter grade (A+, A, B+,…)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911FDC-C9F2-48FA-3D05-5D6E975500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14" t="19079" r="59046" b="37543"/>
          <a:stretch/>
        </p:blipFill>
        <p:spPr>
          <a:xfrm>
            <a:off x="5124166" y="1459047"/>
            <a:ext cx="6791482" cy="5140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4274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997</Words>
  <Application>Microsoft Office PowerPoint</Application>
  <PresentationFormat>Widescreen</PresentationFormat>
  <Paragraphs>229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Courier</vt:lpstr>
      <vt:lpstr>Courier New</vt:lpstr>
      <vt:lpstr>Georgia</vt:lpstr>
      <vt:lpstr>Times</vt:lpstr>
      <vt:lpstr>Office Theme</vt:lpstr>
      <vt:lpstr>CS1011  Computer Programming in Python  </vt:lpstr>
      <vt:lpstr>Objectives</vt:lpstr>
      <vt:lpstr>Variables</vt:lpstr>
      <vt:lpstr>Variables</vt:lpstr>
      <vt:lpstr>Python Variable Name Rules</vt:lpstr>
      <vt:lpstr>Mnemonic Variable Names</vt:lpstr>
      <vt:lpstr>PowerPoint Presentation</vt:lpstr>
      <vt:lpstr>Arithmetic operations and precedence   </vt:lpstr>
      <vt:lpstr>Comparison Operators </vt:lpstr>
      <vt:lpstr>  LOGIC OPERATORS  </vt:lpstr>
      <vt:lpstr>Logical Operators</vt:lpstr>
      <vt:lpstr>Example</vt:lpstr>
      <vt:lpstr>Order of Operations </vt:lpstr>
      <vt:lpstr>Decisions </vt:lpstr>
      <vt:lpstr>Decisions: if statement </vt:lpstr>
      <vt:lpstr>Decisions: if statement </vt:lpstr>
      <vt:lpstr>Decisions: if statement </vt:lpstr>
      <vt:lpstr>Decisions: else statement </vt:lpstr>
      <vt:lpstr>Decisions: else statement </vt:lpstr>
      <vt:lpstr>Decisions: else statement</vt:lpstr>
      <vt:lpstr>Decisions: else statement</vt:lpstr>
      <vt:lpstr>Decisions: elif statement </vt:lpstr>
      <vt:lpstr>Decisions: elif statement </vt:lpstr>
      <vt:lpstr>Decisions: elif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Ebtesam A. Alghamdi</dc:creator>
  <cp:lastModifiedBy>eman alharbi</cp:lastModifiedBy>
  <cp:revision>11</cp:revision>
  <dcterms:created xsi:type="dcterms:W3CDTF">2025-09-05T17:26:10Z</dcterms:created>
  <dcterms:modified xsi:type="dcterms:W3CDTF">2025-09-06T11:06:26Z</dcterms:modified>
</cp:coreProperties>
</file>