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8" r:id="rId8"/>
    <p:sldId id="269" r:id="rId9"/>
    <p:sldId id="270" r:id="rId10"/>
    <p:sldId id="271" r:id="rId11"/>
    <p:sldId id="272" r:id="rId12"/>
    <p:sldId id="261" r:id="rId13"/>
    <p:sldId id="265" r:id="rId14"/>
    <p:sldId id="267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4C086-4DB3-4243-9F34-C99B416342B4}" v="74" dt="2025-10-19T19:01:07.0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an alharbi" userId="08b0621b28aa8523" providerId="LiveId" clId="{9119FB3F-A41E-4F0C-89C7-352CC62E0872}"/>
    <pc:docChg chg="undo custSel addSld delSld modSld sldOrd">
      <pc:chgData name="eman alharbi" userId="08b0621b28aa8523" providerId="LiveId" clId="{9119FB3F-A41E-4F0C-89C7-352CC62E0872}" dt="2025-10-30T11:00:29.147" v="1639" actId="14100"/>
      <pc:docMkLst>
        <pc:docMk/>
      </pc:docMkLst>
      <pc:sldChg chg="modSp mod">
        <pc:chgData name="eman alharbi" userId="08b0621b28aa8523" providerId="LiveId" clId="{9119FB3F-A41E-4F0C-89C7-352CC62E0872}" dt="2025-10-15T13:58:06.809" v="23"/>
        <pc:sldMkLst>
          <pc:docMk/>
          <pc:sldMk cId="787514315" sldId="256"/>
        </pc:sldMkLst>
        <pc:spChg chg="mod">
          <ac:chgData name="eman alharbi" userId="08b0621b28aa8523" providerId="LiveId" clId="{9119FB3F-A41E-4F0C-89C7-352CC62E0872}" dt="2025-10-15T13:58:06.809" v="23"/>
          <ac:spMkLst>
            <pc:docMk/>
            <pc:sldMk cId="787514315" sldId="256"/>
            <ac:spMk id="2" creationId="{5A9B1C9C-B025-21B7-663E-F938BC072F98}"/>
          </ac:spMkLst>
        </pc:spChg>
        <pc:spChg chg="mod">
          <ac:chgData name="eman alharbi" userId="08b0621b28aa8523" providerId="LiveId" clId="{9119FB3F-A41E-4F0C-89C7-352CC62E0872}" dt="2025-10-15T13:58:06.809" v="23"/>
          <ac:spMkLst>
            <pc:docMk/>
            <pc:sldMk cId="787514315" sldId="256"/>
            <ac:spMk id="3" creationId="{61C877D0-16D1-D98A-8BB9-3E6997BF7E3B}"/>
          </ac:spMkLst>
        </pc:spChg>
      </pc:sldChg>
      <pc:sldChg chg="modSp mod">
        <pc:chgData name="eman alharbi" userId="08b0621b28aa8523" providerId="LiveId" clId="{9119FB3F-A41E-4F0C-89C7-352CC62E0872}" dt="2025-10-15T13:59:17.712" v="43" actId="403"/>
        <pc:sldMkLst>
          <pc:docMk/>
          <pc:sldMk cId="2310969541" sldId="257"/>
        </pc:sldMkLst>
        <pc:spChg chg="mod">
          <ac:chgData name="eman alharbi" userId="08b0621b28aa8523" providerId="LiveId" clId="{9119FB3F-A41E-4F0C-89C7-352CC62E0872}" dt="2025-10-15T13:58:52.221" v="25" actId="20578"/>
          <ac:spMkLst>
            <pc:docMk/>
            <pc:sldMk cId="2310969541" sldId="257"/>
            <ac:spMk id="2" creationId="{0F0BED36-450E-7D05-58F7-2E0DB5F7D9D2}"/>
          </ac:spMkLst>
        </pc:spChg>
        <pc:spChg chg="mod">
          <ac:chgData name="eman alharbi" userId="08b0621b28aa8523" providerId="LiveId" clId="{9119FB3F-A41E-4F0C-89C7-352CC62E0872}" dt="2025-10-15T13:59:17.712" v="43" actId="403"/>
          <ac:spMkLst>
            <pc:docMk/>
            <pc:sldMk cId="2310969541" sldId="257"/>
            <ac:spMk id="3" creationId="{08D1A8C8-F924-6B9D-5DDB-7F2A15C58EA0}"/>
          </ac:spMkLst>
        </pc:spChg>
      </pc:sldChg>
      <pc:sldChg chg="modSp new mod">
        <pc:chgData name="eman alharbi" userId="08b0621b28aa8523" providerId="LiveId" clId="{9119FB3F-A41E-4F0C-89C7-352CC62E0872}" dt="2025-10-15T14:01:22.332" v="79" actId="207"/>
        <pc:sldMkLst>
          <pc:docMk/>
          <pc:sldMk cId="4114581086" sldId="258"/>
        </pc:sldMkLst>
        <pc:spChg chg="mod">
          <ac:chgData name="eman alharbi" userId="08b0621b28aa8523" providerId="LiveId" clId="{9119FB3F-A41E-4F0C-89C7-352CC62E0872}" dt="2025-10-15T14:00:25.626" v="62" actId="313"/>
          <ac:spMkLst>
            <pc:docMk/>
            <pc:sldMk cId="4114581086" sldId="258"/>
            <ac:spMk id="2" creationId="{B177F182-37CE-5ADC-3E56-3D83218E9109}"/>
          </ac:spMkLst>
        </pc:spChg>
        <pc:spChg chg="mod">
          <ac:chgData name="eman alharbi" userId="08b0621b28aa8523" providerId="LiveId" clId="{9119FB3F-A41E-4F0C-89C7-352CC62E0872}" dt="2025-10-15T14:01:22.332" v="79" actId="207"/>
          <ac:spMkLst>
            <pc:docMk/>
            <pc:sldMk cId="4114581086" sldId="258"/>
            <ac:spMk id="3" creationId="{2E215B22-AA81-B154-ECFF-5F7A133DA39A}"/>
          </ac:spMkLst>
        </pc:spChg>
      </pc:sldChg>
      <pc:sldChg chg="modSp new mod">
        <pc:chgData name="eman alharbi" userId="08b0621b28aa8523" providerId="LiveId" clId="{9119FB3F-A41E-4F0C-89C7-352CC62E0872}" dt="2025-10-19T11:15:42.514" v="1261" actId="27636"/>
        <pc:sldMkLst>
          <pc:docMk/>
          <pc:sldMk cId="3803936392" sldId="259"/>
        </pc:sldMkLst>
        <pc:spChg chg="mod">
          <ac:chgData name="eman alharbi" userId="08b0621b28aa8523" providerId="LiveId" clId="{9119FB3F-A41E-4F0C-89C7-352CC62E0872}" dt="2025-10-19T11:04:24.351" v="945" actId="113"/>
          <ac:spMkLst>
            <pc:docMk/>
            <pc:sldMk cId="3803936392" sldId="259"/>
            <ac:spMk id="2" creationId="{1C1C0307-4D4A-921F-6CBD-F145F160347C}"/>
          </ac:spMkLst>
        </pc:spChg>
        <pc:spChg chg="mod">
          <ac:chgData name="eman alharbi" userId="08b0621b28aa8523" providerId="LiveId" clId="{9119FB3F-A41E-4F0C-89C7-352CC62E0872}" dt="2025-10-19T11:15:42.514" v="1261" actId="27636"/>
          <ac:spMkLst>
            <pc:docMk/>
            <pc:sldMk cId="3803936392" sldId="259"/>
            <ac:spMk id="3" creationId="{DB70A2D0-0577-BC10-F647-DBCE822EE13C}"/>
          </ac:spMkLst>
        </pc:spChg>
      </pc:sldChg>
      <pc:sldChg chg="addSp delSp modSp new mod">
        <pc:chgData name="eman alharbi" userId="08b0621b28aa8523" providerId="LiveId" clId="{9119FB3F-A41E-4F0C-89C7-352CC62E0872}" dt="2025-10-19T11:23:30.844" v="1289" actId="403"/>
        <pc:sldMkLst>
          <pc:docMk/>
          <pc:sldMk cId="19002323" sldId="260"/>
        </pc:sldMkLst>
        <pc:spChg chg="mod">
          <ac:chgData name="eman alharbi" userId="08b0621b28aa8523" providerId="LiveId" clId="{9119FB3F-A41E-4F0C-89C7-352CC62E0872}" dt="2025-10-19T10:55:06.437" v="698" actId="20577"/>
          <ac:spMkLst>
            <pc:docMk/>
            <pc:sldMk cId="19002323" sldId="260"/>
            <ac:spMk id="2" creationId="{5FB6F948-D0EF-7DB4-12CF-4D92514FB1A8}"/>
          </ac:spMkLst>
        </pc:spChg>
        <pc:spChg chg="add mod">
          <ac:chgData name="eman alharbi" userId="08b0621b28aa8523" providerId="LiveId" clId="{9119FB3F-A41E-4F0C-89C7-352CC62E0872}" dt="2025-10-19T11:23:30.844" v="1289" actId="403"/>
          <ac:spMkLst>
            <pc:docMk/>
            <pc:sldMk cId="19002323" sldId="260"/>
            <ac:spMk id="4" creationId="{693EF01C-4EFF-CE98-4899-EB39317EA6FA}"/>
          </ac:spMkLst>
        </pc:spChg>
        <pc:picChg chg="add mod">
          <ac:chgData name="eman alharbi" userId="08b0621b28aa8523" providerId="LiveId" clId="{9119FB3F-A41E-4F0C-89C7-352CC62E0872}" dt="2025-10-19T11:23:25.238" v="1288" actId="1076"/>
          <ac:picMkLst>
            <pc:docMk/>
            <pc:sldMk cId="19002323" sldId="260"/>
            <ac:picMk id="1026" creationId="{277C1883-B5CA-7D11-E095-A0258693BC6A}"/>
          </ac:picMkLst>
        </pc:picChg>
      </pc:sldChg>
      <pc:sldChg chg="addSp delSp modSp new mod ord setBg">
        <pc:chgData name="eman alharbi" userId="08b0621b28aa8523" providerId="LiveId" clId="{9119FB3F-A41E-4F0C-89C7-352CC62E0872}" dt="2025-10-30T10:59:23.698" v="1635" actId="1076"/>
        <pc:sldMkLst>
          <pc:docMk/>
          <pc:sldMk cId="2925639070" sldId="261"/>
        </pc:sldMkLst>
        <pc:spChg chg="mod">
          <ac:chgData name="eman alharbi" userId="08b0621b28aa8523" providerId="LiveId" clId="{9119FB3F-A41E-4F0C-89C7-352CC62E0872}" dt="2025-10-19T11:11:10.108" v="1155" actId="207"/>
          <ac:spMkLst>
            <pc:docMk/>
            <pc:sldMk cId="2925639070" sldId="261"/>
            <ac:spMk id="2" creationId="{20B4FEFB-DE38-2EA6-B5C2-A4298AF64949}"/>
          </ac:spMkLst>
        </pc:spChg>
        <pc:spChg chg="mod">
          <ac:chgData name="eman alharbi" userId="08b0621b28aa8523" providerId="LiveId" clId="{9119FB3F-A41E-4F0C-89C7-352CC62E0872}" dt="2025-10-19T11:10:59.289" v="1152" actId="403"/>
          <ac:spMkLst>
            <pc:docMk/>
            <pc:sldMk cId="2925639070" sldId="261"/>
            <ac:spMk id="3" creationId="{EA59CC80-AAA6-5DCA-0F15-53951813B450}"/>
          </ac:spMkLst>
        </pc:spChg>
        <pc:picChg chg="add del mod modCrop">
          <ac:chgData name="eman alharbi" userId="08b0621b28aa8523" providerId="LiveId" clId="{9119FB3F-A41E-4F0C-89C7-352CC62E0872}" dt="2025-10-30T10:59:17.475" v="1632" actId="478"/>
          <ac:picMkLst>
            <pc:docMk/>
            <pc:sldMk cId="2925639070" sldId="261"/>
            <ac:picMk id="5" creationId="{D84C1081-A046-8C04-EC55-8DF34E8D3042}"/>
          </ac:picMkLst>
        </pc:picChg>
        <pc:picChg chg="add mod">
          <ac:chgData name="eman alharbi" userId="08b0621b28aa8523" providerId="LiveId" clId="{9119FB3F-A41E-4F0C-89C7-352CC62E0872}" dt="2025-10-30T10:59:23.698" v="1635" actId="1076"/>
          <ac:picMkLst>
            <pc:docMk/>
            <pc:sldMk cId="2925639070" sldId="261"/>
            <ac:picMk id="6" creationId="{78DAFC02-6275-9C76-B723-EE720E06AEF3}"/>
          </ac:picMkLst>
        </pc:picChg>
      </pc:sldChg>
      <pc:sldChg chg="modSp new mod ord">
        <pc:chgData name="eman alharbi" userId="08b0621b28aa8523" providerId="LiveId" clId="{9119FB3F-A41E-4F0C-89C7-352CC62E0872}" dt="2025-10-19T11:14:40.719" v="1253" actId="20578"/>
        <pc:sldMkLst>
          <pc:docMk/>
          <pc:sldMk cId="1179892984" sldId="262"/>
        </pc:sldMkLst>
        <pc:spChg chg="mod">
          <ac:chgData name="eman alharbi" userId="08b0621b28aa8523" providerId="LiveId" clId="{9119FB3F-A41E-4F0C-89C7-352CC62E0872}" dt="2025-10-15T14:13:55.109" v="277" actId="20578"/>
          <ac:spMkLst>
            <pc:docMk/>
            <pc:sldMk cId="1179892984" sldId="262"/>
            <ac:spMk id="2" creationId="{F6FB1EDD-77A3-6B4B-5A93-93B9CE6278BF}"/>
          </ac:spMkLst>
        </pc:spChg>
        <pc:spChg chg="mod">
          <ac:chgData name="eman alharbi" userId="08b0621b28aa8523" providerId="LiveId" clId="{9119FB3F-A41E-4F0C-89C7-352CC62E0872}" dt="2025-10-19T11:14:40.719" v="1253" actId="20578"/>
          <ac:spMkLst>
            <pc:docMk/>
            <pc:sldMk cId="1179892984" sldId="262"/>
            <ac:spMk id="3" creationId="{93783EFF-0821-3DD9-9183-E3E96745A59B}"/>
          </ac:spMkLst>
        </pc:spChg>
      </pc:sldChg>
      <pc:sldChg chg="addSp modSp new del mod setBg">
        <pc:chgData name="eman alharbi" userId="08b0621b28aa8523" providerId="LiveId" clId="{9119FB3F-A41E-4F0C-89C7-352CC62E0872}" dt="2025-10-19T11:15:02.863" v="1255" actId="47"/>
        <pc:sldMkLst>
          <pc:docMk/>
          <pc:sldMk cId="612583733" sldId="263"/>
        </pc:sldMkLst>
      </pc:sldChg>
      <pc:sldChg chg="addSp delSp modSp new del mod ord setBg chgLayout">
        <pc:chgData name="eman alharbi" userId="08b0621b28aa8523" providerId="LiveId" clId="{9119FB3F-A41E-4F0C-89C7-352CC62E0872}" dt="2025-10-19T11:10:27.831" v="1146" actId="47"/>
        <pc:sldMkLst>
          <pc:docMk/>
          <pc:sldMk cId="2385708569" sldId="264"/>
        </pc:sldMkLst>
      </pc:sldChg>
      <pc:sldChg chg="addSp delSp modSp new mod chgLayout">
        <pc:chgData name="eman alharbi" userId="08b0621b28aa8523" providerId="LiveId" clId="{9119FB3F-A41E-4F0C-89C7-352CC62E0872}" dt="2025-10-18T16:01:10.286" v="629" actId="1076"/>
        <pc:sldMkLst>
          <pc:docMk/>
          <pc:sldMk cId="391189748" sldId="265"/>
        </pc:sldMkLst>
        <pc:spChg chg="mod ord">
          <ac:chgData name="eman alharbi" userId="08b0621b28aa8523" providerId="LiveId" clId="{9119FB3F-A41E-4F0C-89C7-352CC62E0872}" dt="2025-10-18T16:00:35.419" v="587" actId="700"/>
          <ac:spMkLst>
            <pc:docMk/>
            <pc:sldMk cId="391189748" sldId="265"/>
            <ac:spMk id="2" creationId="{4344FB69-31E9-C98C-D755-23BD552DAF39}"/>
          </ac:spMkLst>
        </pc:spChg>
        <pc:spChg chg="add mod">
          <ac:chgData name="eman alharbi" userId="08b0621b28aa8523" providerId="LiveId" clId="{9119FB3F-A41E-4F0C-89C7-352CC62E0872}" dt="2025-10-18T16:01:04.889" v="627" actId="27636"/>
          <ac:spMkLst>
            <pc:docMk/>
            <pc:sldMk cId="391189748" sldId="265"/>
            <ac:spMk id="9" creationId="{03A88D9D-073D-76CD-79AA-1C76C705F26A}"/>
          </ac:spMkLst>
        </pc:spChg>
        <pc:picChg chg="add mod">
          <ac:chgData name="eman alharbi" userId="08b0621b28aa8523" providerId="LiveId" clId="{9119FB3F-A41E-4F0C-89C7-352CC62E0872}" dt="2025-10-18T16:01:07.749" v="628" actId="1076"/>
          <ac:picMkLst>
            <pc:docMk/>
            <pc:sldMk cId="391189748" sldId="265"/>
            <ac:picMk id="10" creationId="{1FB7941F-C173-C310-519A-32832E06ADA1}"/>
          </ac:picMkLst>
        </pc:picChg>
        <pc:picChg chg="add mod">
          <ac:chgData name="eman alharbi" userId="08b0621b28aa8523" providerId="LiveId" clId="{9119FB3F-A41E-4F0C-89C7-352CC62E0872}" dt="2025-10-18T16:01:10.286" v="629" actId="1076"/>
          <ac:picMkLst>
            <pc:docMk/>
            <pc:sldMk cId="391189748" sldId="265"/>
            <ac:picMk id="11" creationId="{008A5326-88E4-FC61-5D85-3CDEE9BB948D}"/>
          </ac:picMkLst>
        </pc:picChg>
      </pc:sldChg>
      <pc:sldChg chg="modSp new del mod">
        <pc:chgData name="eman alharbi" userId="08b0621b28aa8523" providerId="LiveId" clId="{9119FB3F-A41E-4F0C-89C7-352CC62E0872}" dt="2025-10-19T10:49:56.952" v="651" actId="47"/>
        <pc:sldMkLst>
          <pc:docMk/>
          <pc:sldMk cId="3226126105" sldId="266"/>
        </pc:sldMkLst>
      </pc:sldChg>
      <pc:sldChg chg="addSp delSp modSp new mod setBg">
        <pc:chgData name="eman alharbi" userId="08b0621b28aa8523" providerId="LiveId" clId="{9119FB3F-A41E-4F0C-89C7-352CC62E0872}" dt="2025-10-19T18:37:22.537" v="1539" actId="27636"/>
        <pc:sldMkLst>
          <pc:docMk/>
          <pc:sldMk cId="1963057171" sldId="267"/>
        </pc:sldMkLst>
        <pc:spChg chg="mod">
          <ac:chgData name="eman alharbi" userId="08b0621b28aa8523" providerId="LiveId" clId="{9119FB3F-A41E-4F0C-89C7-352CC62E0872}" dt="2025-10-19T18:37:22.537" v="1539" actId="27636"/>
          <ac:spMkLst>
            <pc:docMk/>
            <pc:sldMk cId="1963057171" sldId="267"/>
            <ac:spMk id="2" creationId="{4144528F-86BC-4C8A-3A72-DD2502F20D13}"/>
          </ac:spMkLst>
        </pc:spChg>
        <pc:spChg chg="add">
          <ac:chgData name="eman alharbi" userId="08b0621b28aa8523" providerId="LiveId" clId="{9119FB3F-A41E-4F0C-89C7-352CC62E0872}" dt="2025-10-19T18:35:39.787" v="1448" actId="26606"/>
          <ac:spMkLst>
            <pc:docMk/>
            <pc:sldMk cId="1963057171" sldId="267"/>
            <ac:spMk id="20" creationId="{C75470D1-A9BC-450A-94B8-E09E222C0CFB}"/>
          </ac:spMkLst>
        </pc:spChg>
        <pc:spChg chg="add">
          <ac:chgData name="eman alharbi" userId="08b0621b28aa8523" providerId="LiveId" clId="{9119FB3F-A41E-4F0C-89C7-352CC62E0872}" dt="2025-10-19T18:35:39.787" v="1448" actId="26606"/>
          <ac:spMkLst>
            <pc:docMk/>
            <pc:sldMk cId="1963057171" sldId="267"/>
            <ac:spMk id="21" creationId="{4C42E43C-D40D-4231-887F-A151902A5BC1}"/>
          </ac:spMkLst>
        </pc:spChg>
        <pc:picChg chg="add mod">
          <ac:chgData name="eman alharbi" userId="08b0621b28aa8523" providerId="LiveId" clId="{9119FB3F-A41E-4F0C-89C7-352CC62E0872}" dt="2025-10-19T18:35:49.401" v="1451" actId="1076"/>
          <ac:picMkLst>
            <pc:docMk/>
            <pc:sldMk cId="1963057171" sldId="267"/>
            <ac:picMk id="7" creationId="{F2CCAECC-67C3-8CD1-CA7F-C0132D5684EF}"/>
          </ac:picMkLst>
        </pc:picChg>
        <pc:picChg chg="add mod">
          <ac:chgData name="eman alharbi" userId="08b0621b28aa8523" providerId="LiveId" clId="{9119FB3F-A41E-4F0C-89C7-352CC62E0872}" dt="2025-10-19T18:37:08.194" v="1513" actId="1076"/>
          <ac:picMkLst>
            <pc:docMk/>
            <pc:sldMk cId="1963057171" sldId="267"/>
            <ac:picMk id="8" creationId="{DF1063E9-2337-25ED-A3A7-683E0C6C7781}"/>
          </ac:picMkLst>
        </pc:picChg>
      </pc:sldChg>
      <pc:sldChg chg="modSp new del mod">
        <pc:chgData name="eman alharbi" userId="08b0621b28aa8523" providerId="LiveId" clId="{9119FB3F-A41E-4F0C-89C7-352CC62E0872}" dt="2025-10-19T11:00:26.081" v="855" actId="47"/>
        <pc:sldMkLst>
          <pc:docMk/>
          <pc:sldMk cId="3875298675" sldId="268"/>
        </pc:sldMkLst>
      </pc:sldChg>
      <pc:sldChg chg="addSp delSp modSp new mod setBg">
        <pc:chgData name="eman alharbi" userId="08b0621b28aa8523" providerId="LiveId" clId="{9119FB3F-A41E-4F0C-89C7-352CC62E0872}" dt="2025-10-30T10:58:41.720" v="1631" actId="1076"/>
        <pc:sldMkLst>
          <pc:docMk/>
          <pc:sldMk cId="3974617078" sldId="268"/>
        </pc:sldMkLst>
        <pc:spChg chg="mod">
          <ac:chgData name="eman alharbi" userId="08b0621b28aa8523" providerId="LiveId" clId="{9119FB3F-A41E-4F0C-89C7-352CC62E0872}" dt="2025-10-19T11:11:16.067" v="1156" actId="207"/>
          <ac:spMkLst>
            <pc:docMk/>
            <pc:sldMk cId="3974617078" sldId="268"/>
            <ac:spMk id="2" creationId="{49CF3414-DE59-7D31-4852-9024F058771C}"/>
          </ac:spMkLst>
        </pc:spChg>
        <pc:spChg chg="mod">
          <ac:chgData name="eman alharbi" userId="08b0621b28aa8523" providerId="LiveId" clId="{9119FB3F-A41E-4F0C-89C7-352CC62E0872}" dt="2025-10-19T11:10:16.960" v="1145" actId="403"/>
          <ac:spMkLst>
            <pc:docMk/>
            <pc:sldMk cId="3974617078" sldId="268"/>
            <ac:spMk id="3" creationId="{E25D5634-0BDB-3843-34DD-6877984484FF}"/>
          </ac:spMkLst>
        </pc:spChg>
        <pc:picChg chg="add mod">
          <ac:chgData name="eman alharbi" userId="08b0621b28aa8523" providerId="LiveId" clId="{9119FB3F-A41E-4F0C-89C7-352CC62E0872}" dt="2025-10-30T10:58:41.720" v="1631" actId="1076"/>
          <ac:picMkLst>
            <pc:docMk/>
            <pc:sldMk cId="3974617078" sldId="268"/>
            <ac:picMk id="5" creationId="{F0F09084-0C7E-2AF5-4E52-7C9AEDC6D6B3}"/>
          </ac:picMkLst>
        </pc:picChg>
        <pc:picChg chg="add del mod">
          <ac:chgData name="eman alharbi" userId="08b0621b28aa8523" providerId="LiveId" clId="{9119FB3F-A41E-4F0C-89C7-352CC62E0872}" dt="2025-10-30T10:58:38.499" v="1629" actId="478"/>
          <ac:picMkLst>
            <pc:docMk/>
            <pc:sldMk cId="3974617078" sldId="268"/>
            <ac:picMk id="7" creationId="{1D14A758-977C-159D-C213-21E1858C220C}"/>
          </ac:picMkLst>
        </pc:picChg>
      </pc:sldChg>
      <pc:sldChg chg="addSp modSp new mod setBg">
        <pc:chgData name="eman alharbi" userId="08b0621b28aa8523" providerId="LiveId" clId="{9119FB3F-A41E-4F0C-89C7-352CC62E0872}" dt="2025-10-19T11:09:56.178" v="1143" actId="403"/>
        <pc:sldMkLst>
          <pc:docMk/>
          <pc:sldMk cId="2321454842" sldId="269"/>
        </pc:sldMkLst>
        <pc:spChg chg="mod">
          <ac:chgData name="eman alharbi" userId="08b0621b28aa8523" providerId="LiveId" clId="{9119FB3F-A41E-4F0C-89C7-352CC62E0872}" dt="2025-10-19T11:09:47.657" v="1140" actId="207"/>
          <ac:spMkLst>
            <pc:docMk/>
            <pc:sldMk cId="2321454842" sldId="269"/>
            <ac:spMk id="2" creationId="{75FE2C2F-C4FD-8010-1FC5-FC4AE2F4D99E}"/>
          </ac:spMkLst>
        </pc:spChg>
        <pc:spChg chg="mod">
          <ac:chgData name="eman alharbi" userId="08b0621b28aa8523" providerId="LiveId" clId="{9119FB3F-A41E-4F0C-89C7-352CC62E0872}" dt="2025-10-19T11:09:56.178" v="1143" actId="403"/>
          <ac:spMkLst>
            <pc:docMk/>
            <pc:sldMk cId="2321454842" sldId="269"/>
            <ac:spMk id="3" creationId="{DFF2572E-4130-006D-63C2-B099ABE98A4B}"/>
          </ac:spMkLst>
        </pc:spChg>
        <pc:picChg chg="add mod">
          <ac:chgData name="eman alharbi" userId="08b0621b28aa8523" providerId="LiveId" clId="{9119FB3F-A41E-4F0C-89C7-352CC62E0872}" dt="2025-10-19T11:09:31.611" v="1134" actId="26606"/>
          <ac:picMkLst>
            <pc:docMk/>
            <pc:sldMk cId="2321454842" sldId="269"/>
            <ac:picMk id="5" creationId="{32549A5F-1E50-EC5F-F645-DFFC100FEC70}"/>
          </ac:picMkLst>
        </pc:picChg>
      </pc:sldChg>
      <pc:sldChg chg="addSp modSp new mod setBg">
        <pc:chgData name="eman alharbi" userId="08b0621b28aa8523" providerId="LiveId" clId="{9119FB3F-A41E-4F0C-89C7-352CC62E0872}" dt="2025-10-19T11:29:14.771" v="1299" actId="21"/>
        <pc:sldMkLst>
          <pc:docMk/>
          <pc:sldMk cId="138657487" sldId="270"/>
        </pc:sldMkLst>
        <pc:spChg chg="mod">
          <ac:chgData name="eman alharbi" userId="08b0621b28aa8523" providerId="LiveId" clId="{9119FB3F-A41E-4F0C-89C7-352CC62E0872}" dt="2025-10-19T11:13:28.744" v="1224" actId="207"/>
          <ac:spMkLst>
            <pc:docMk/>
            <pc:sldMk cId="138657487" sldId="270"/>
            <ac:spMk id="2" creationId="{0BB8DE05-AEAA-670A-D00A-FA3557442720}"/>
          </ac:spMkLst>
        </pc:spChg>
        <pc:spChg chg="mod">
          <ac:chgData name="eman alharbi" userId="08b0621b28aa8523" providerId="LiveId" clId="{9119FB3F-A41E-4F0C-89C7-352CC62E0872}" dt="2025-10-19T11:29:14.771" v="1299" actId="21"/>
          <ac:spMkLst>
            <pc:docMk/>
            <pc:sldMk cId="138657487" sldId="270"/>
            <ac:spMk id="3" creationId="{462EDA1D-84E7-2FE3-7467-B022514D13C8}"/>
          </ac:spMkLst>
        </pc:spChg>
        <pc:picChg chg="add mod modCrop">
          <ac:chgData name="eman alharbi" userId="08b0621b28aa8523" providerId="LiveId" clId="{9119FB3F-A41E-4F0C-89C7-352CC62E0872}" dt="2025-10-19T11:13:46.313" v="1229" actId="1076"/>
          <ac:picMkLst>
            <pc:docMk/>
            <pc:sldMk cId="138657487" sldId="270"/>
            <ac:picMk id="4" creationId="{363F3023-AB58-081C-3E1F-0E41F54A30D8}"/>
          </ac:picMkLst>
        </pc:picChg>
      </pc:sldChg>
      <pc:sldChg chg="addSp delSp modSp new mod ord setBg chgLayout">
        <pc:chgData name="eman alharbi" userId="08b0621b28aa8523" providerId="LiveId" clId="{9119FB3F-A41E-4F0C-89C7-352CC62E0872}" dt="2025-10-19T11:33:50.587" v="1393" actId="1076"/>
        <pc:sldMkLst>
          <pc:docMk/>
          <pc:sldMk cId="3011246930" sldId="271"/>
        </pc:sldMkLst>
        <pc:spChg chg="add mod">
          <ac:chgData name="eman alharbi" userId="08b0621b28aa8523" providerId="LiveId" clId="{9119FB3F-A41E-4F0C-89C7-352CC62E0872}" dt="2025-10-19T11:32:05.272" v="1367" actId="1076"/>
          <ac:spMkLst>
            <pc:docMk/>
            <pc:sldMk cId="3011246930" sldId="271"/>
            <ac:spMk id="7" creationId="{110BC49A-EC98-F26B-721F-4BDC23DAB848}"/>
          </ac:spMkLst>
        </pc:spChg>
        <pc:spChg chg="add mod">
          <ac:chgData name="eman alharbi" userId="08b0621b28aa8523" providerId="LiveId" clId="{9119FB3F-A41E-4F0C-89C7-352CC62E0872}" dt="2025-10-19T11:31:52.372" v="1362" actId="1076"/>
          <ac:spMkLst>
            <pc:docMk/>
            <pc:sldMk cId="3011246930" sldId="271"/>
            <ac:spMk id="11" creationId="{4612F526-F766-686E-7F4A-EB8E971B1BDA}"/>
          </ac:spMkLst>
        </pc:spChg>
        <pc:spChg chg="add mod">
          <ac:chgData name="eman alharbi" userId="08b0621b28aa8523" providerId="LiveId" clId="{9119FB3F-A41E-4F0C-89C7-352CC62E0872}" dt="2025-10-19T11:33:03.883" v="1380" actId="1582"/>
          <ac:spMkLst>
            <pc:docMk/>
            <pc:sldMk cId="3011246930" sldId="271"/>
            <ac:spMk id="16" creationId="{C4B37891-971C-788F-934C-002AD46F67DB}"/>
          </ac:spMkLst>
        </pc:spChg>
        <pc:spChg chg="add mod">
          <ac:chgData name="eman alharbi" userId="08b0621b28aa8523" providerId="LiveId" clId="{9119FB3F-A41E-4F0C-89C7-352CC62E0872}" dt="2025-10-19T11:33:09.236" v="1382" actId="1076"/>
          <ac:spMkLst>
            <pc:docMk/>
            <pc:sldMk cId="3011246930" sldId="271"/>
            <ac:spMk id="17" creationId="{AF53E07B-4B13-B074-3C3C-1A80BC6D54D5}"/>
          </ac:spMkLst>
        </pc:spChg>
        <pc:spChg chg="add mod">
          <ac:chgData name="eman alharbi" userId="08b0621b28aa8523" providerId="LiveId" clId="{9119FB3F-A41E-4F0C-89C7-352CC62E0872}" dt="2025-10-19T11:33:13.428" v="1384" actId="1076"/>
          <ac:spMkLst>
            <pc:docMk/>
            <pc:sldMk cId="3011246930" sldId="271"/>
            <ac:spMk id="18" creationId="{5B123E32-9F0B-2376-C64E-A374B017D2D0}"/>
          </ac:spMkLst>
        </pc:spChg>
        <pc:spChg chg="add mod">
          <ac:chgData name="eman alharbi" userId="08b0621b28aa8523" providerId="LiveId" clId="{9119FB3F-A41E-4F0C-89C7-352CC62E0872}" dt="2025-10-19T11:33:36.925" v="1389" actId="14100"/>
          <ac:spMkLst>
            <pc:docMk/>
            <pc:sldMk cId="3011246930" sldId="271"/>
            <ac:spMk id="19" creationId="{0EA4C37E-A6CC-33A2-E1F1-D8D064E6668B}"/>
          </ac:spMkLst>
        </pc:spChg>
        <pc:spChg chg="add mod">
          <ac:chgData name="eman alharbi" userId="08b0621b28aa8523" providerId="LiveId" clId="{9119FB3F-A41E-4F0C-89C7-352CC62E0872}" dt="2025-10-19T11:33:50.587" v="1393" actId="1076"/>
          <ac:spMkLst>
            <pc:docMk/>
            <pc:sldMk cId="3011246930" sldId="271"/>
            <ac:spMk id="20" creationId="{63F35D4E-ED29-8339-AE97-E7A8CB57BE5A}"/>
          </ac:spMkLst>
        </pc:spChg>
        <pc:spChg chg="add mod">
          <ac:chgData name="eman alharbi" userId="08b0621b28aa8523" providerId="LiveId" clId="{9119FB3F-A41E-4F0C-89C7-352CC62E0872}" dt="2025-10-19T11:33:47.284" v="1392" actId="1076"/>
          <ac:spMkLst>
            <pc:docMk/>
            <pc:sldMk cId="3011246930" sldId="271"/>
            <ac:spMk id="21" creationId="{9E04BF6C-498A-8F76-59AE-B5CDFDA14171}"/>
          </ac:spMkLst>
        </pc:spChg>
        <pc:picChg chg="add mod ord">
          <ac:chgData name="eman alharbi" userId="08b0621b28aa8523" providerId="LiveId" clId="{9119FB3F-A41E-4F0C-89C7-352CC62E0872}" dt="2025-10-19T11:32:49.221" v="1376" actId="1076"/>
          <ac:picMkLst>
            <pc:docMk/>
            <pc:sldMk cId="3011246930" sldId="271"/>
            <ac:picMk id="5" creationId="{1DAF5B47-D84B-F8FC-8FE6-095FC4859ECC}"/>
          </ac:picMkLst>
        </pc:picChg>
        <pc:picChg chg="add mod">
          <ac:chgData name="eman alharbi" userId="08b0621b28aa8523" providerId="LiveId" clId="{9119FB3F-A41E-4F0C-89C7-352CC62E0872}" dt="2025-10-19T11:32:12.545" v="1370" actId="1076"/>
          <ac:picMkLst>
            <pc:docMk/>
            <pc:sldMk cId="3011246930" sldId="271"/>
            <ac:picMk id="13" creationId="{571EE989-4A7D-26BB-E2F7-F9F75977FD58}"/>
          </ac:picMkLst>
        </pc:picChg>
        <pc:cxnChg chg="add">
          <ac:chgData name="eman alharbi" userId="08b0621b28aa8523" providerId="LiveId" clId="{9119FB3F-A41E-4F0C-89C7-352CC62E0872}" dt="2025-10-19T11:32:31.916" v="1373" actId="11529"/>
          <ac:cxnSpMkLst>
            <pc:docMk/>
            <pc:sldMk cId="3011246930" sldId="271"/>
            <ac:cxnSpMk id="15" creationId="{26AD00EB-6CFE-DC89-4517-7CCE787FBA1B}"/>
          </ac:cxnSpMkLst>
        </pc:cxnChg>
      </pc:sldChg>
      <pc:sldChg chg="addSp modSp new mod">
        <pc:chgData name="eman alharbi" userId="08b0621b28aa8523" providerId="LiveId" clId="{9119FB3F-A41E-4F0C-89C7-352CC62E0872}" dt="2025-10-19T18:34:12.264" v="1439" actId="14100"/>
        <pc:sldMkLst>
          <pc:docMk/>
          <pc:sldMk cId="1618691431" sldId="272"/>
        </pc:sldMkLst>
        <pc:spChg chg="mod">
          <ac:chgData name="eman alharbi" userId="08b0621b28aa8523" providerId="LiveId" clId="{9119FB3F-A41E-4F0C-89C7-352CC62E0872}" dt="2025-10-19T18:33:30.165" v="1410" actId="20577"/>
          <ac:spMkLst>
            <pc:docMk/>
            <pc:sldMk cId="1618691431" sldId="272"/>
            <ac:spMk id="2" creationId="{AEFD6C38-0521-CE30-8755-6EC4E71B32B3}"/>
          </ac:spMkLst>
        </pc:spChg>
        <pc:spChg chg="mod">
          <ac:chgData name="eman alharbi" userId="08b0621b28aa8523" providerId="LiveId" clId="{9119FB3F-A41E-4F0C-89C7-352CC62E0872}" dt="2025-10-19T18:33:56.558" v="1437" actId="20577"/>
          <ac:spMkLst>
            <pc:docMk/>
            <pc:sldMk cId="1618691431" sldId="272"/>
            <ac:spMk id="3" creationId="{13E92E84-44A2-F8BB-6D96-87787634C62D}"/>
          </ac:spMkLst>
        </pc:spChg>
        <pc:picChg chg="add mod modCrop">
          <ac:chgData name="eman alharbi" userId="08b0621b28aa8523" providerId="LiveId" clId="{9119FB3F-A41E-4F0C-89C7-352CC62E0872}" dt="2025-10-19T18:33:44.963" v="1423" actId="1076"/>
          <ac:picMkLst>
            <pc:docMk/>
            <pc:sldMk cId="1618691431" sldId="272"/>
            <ac:picMk id="5" creationId="{4BBAB206-3194-ABD1-507D-CE422F8ABF05}"/>
          </ac:picMkLst>
        </pc:picChg>
        <pc:picChg chg="add mod modCrop">
          <ac:chgData name="eman alharbi" userId="08b0621b28aa8523" providerId="LiveId" clId="{9119FB3F-A41E-4F0C-89C7-352CC62E0872}" dt="2025-10-19T18:34:12.264" v="1439" actId="14100"/>
          <ac:picMkLst>
            <pc:docMk/>
            <pc:sldMk cId="1618691431" sldId="272"/>
            <ac:picMk id="6" creationId="{D868B94D-A1E0-E05A-28DE-206A6C3746D3}"/>
          </ac:picMkLst>
        </pc:picChg>
      </pc:sldChg>
      <pc:sldChg chg="addSp delSp new del mod">
        <pc:chgData name="eman alharbi" userId="08b0621b28aa8523" providerId="LiveId" clId="{9119FB3F-A41E-4F0C-89C7-352CC62E0872}" dt="2025-10-19T18:35:15.917" v="1443" actId="47"/>
        <pc:sldMkLst>
          <pc:docMk/>
          <pc:sldMk cId="3041533423" sldId="273"/>
        </pc:sldMkLst>
      </pc:sldChg>
      <pc:sldChg chg="addSp modSp new mod">
        <pc:chgData name="eman alharbi" userId="08b0621b28aa8523" providerId="LiveId" clId="{9119FB3F-A41E-4F0C-89C7-352CC62E0872}" dt="2025-10-19T18:43:41.467" v="1560" actId="1076"/>
        <pc:sldMkLst>
          <pc:docMk/>
          <pc:sldMk cId="3855515500" sldId="273"/>
        </pc:sldMkLst>
        <pc:spChg chg="mod">
          <ac:chgData name="eman alharbi" userId="08b0621b28aa8523" providerId="LiveId" clId="{9119FB3F-A41E-4F0C-89C7-352CC62E0872}" dt="2025-10-19T18:41:49.227" v="1544"/>
          <ac:spMkLst>
            <pc:docMk/>
            <pc:sldMk cId="3855515500" sldId="273"/>
            <ac:spMk id="2" creationId="{3E1A4574-34DC-5423-EB7A-C9CB8FAB2AAC}"/>
          </ac:spMkLst>
        </pc:spChg>
        <pc:spChg chg="mod">
          <ac:chgData name="eman alharbi" userId="08b0621b28aa8523" providerId="LiveId" clId="{9119FB3F-A41E-4F0C-89C7-352CC62E0872}" dt="2025-10-19T18:42:06.021" v="1555" actId="403"/>
          <ac:spMkLst>
            <pc:docMk/>
            <pc:sldMk cId="3855515500" sldId="273"/>
            <ac:spMk id="3" creationId="{D22A2C45-7453-69E7-7D4F-DFFD67097BC4}"/>
          </ac:spMkLst>
        </pc:spChg>
        <pc:picChg chg="add mod">
          <ac:chgData name="eman alharbi" userId="08b0621b28aa8523" providerId="LiveId" clId="{9119FB3F-A41E-4F0C-89C7-352CC62E0872}" dt="2025-10-19T18:43:41.467" v="1560" actId="1076"/>
          <ac:picMkLst>
            <pc:docMk/>
            <pc:sldMk cId="3855515500" sldId="273"/>
            <ac:picMk id="5" creationId="{E3ABBA62-D9EF-443A-06DE-DF7E765A9861}"/>
          </ac:picMkLst>
        </pc:picChg>
      </pc:sldChg>
      <pc:sldChg chg="addSp modSp new mod">
        <pc:chgData name="eman alharbi" userId="08b0621b28aa8523" providerId="LiveId" clId="{9119FB3F-A41E-4F0C-89C7-352CC62E0872}" dt="2025-10-19T18:45:55.263" v="1572" actId="1076"/>
        <pc:sldMkLst>
          <pc:docMk/>
          <pc:sldMk cId="2490460940" sldId="274"/>
        </pc:sldMkLst>
        <pc:spChg chg="mod">
          <ac:chgData name="eman alharbi" userId="08b0621b28aa8523" providerId="LiveId" clId="{9119FB3F-A41E-4F0C-89C7-352CC62E0872}" dt="2025-10-19T18:44:35.554" v="1564" actId="20577"/>
          <ac:spMkLst>
            <pc:docMk/>
            <pc:sldMk cId="2490460940" sldId="274"/>
            <ac:spMk id="2" creationId="{A0D007E4-B205-655E-D820-6F23EC6CED6F}"/>
          </ac:spMkLst>
        </pc:spChg>
        <pc:spChg chg="mod">
          <ac:chgData name="eman alharbi" userId="08b0621b28aa8523" providerId="LiveId" clId="{9119FB3F-A41E-4F0C-89C7-352CC62E0872}" dt="2025-10-19T18:45:50.783" v="1571" actId="20577"/>
          <ac:spMkLst>
            <pc:docMk/>
            <pc:sldMk cId="2490460940" sldId="274"/>
            <ac:spMk id="3" creationId="{E3AE6F88-73DF-820A-BDC4-B2EB518F7BFD}"/>
          </ac:spMkLst>
        </pc:spChg>
        <pc:picChg chg="add mod">
          <ac:chgData name="eman alharbi" userId="08b0621b28aa8523" providerId="LiveId" clId="{9119FB3F-A41E-4F0C-89C7-352CC62E0872}" dt="2025-10-19T18:45:55.263" v="1572" actId="1076"/>
          <ac:picMkLst>
            <pc:docMk/>
            <pc:sldMk cId="2490460940" sldId="274"/>
            <ac:picMk id="5" creationId="{A1CA870E-FE9A-C027-6B74-7DC9A5EC931A}"/>
          </ac:picMkLst>
        </pc:picChg>
      </pc:sldChg>
      <pc:sldChg chg="addSp delSp modSp new mod">
        <pc:chgData name="eman alharbi" userId="08b0621b28aa8523" providerId="LiveId" clId="{9119FB3F-A41E-4F0C-89C7-352CC62E0872}" dt="2025-10-30T11:00:29.147" v="1639" actId="14100"/>
        <pc:sldMkLst>
          <pc:docMk/>
          <pc:sldMk cId="1954898708" sldId="275"/>
        </pc:sldMkLst>
        <pc:spChg chg="mod">
          <ac:chgData name="eman alharbi" userId="08b0621b28aa8523" providerId="LiveId" clId="{9119FB3F-A41E-4F0C-89C7-352CC62E0872}" dt="2025-10-19T18:49:43.113" v="1585" actId="1076"/>
          <ac:spMkLst>
            <pc:docMk/>
            <pc:sldMk cId="1954898708" sldId="275"/>
            <ac:spMk id="2" creationId="{2F051910-9096-B2FA-D0E6-8FD45F7E57AE}"/>
          </ac:spMkLst>
        </pc:spChg>
        <pc:picChg chg="add mod">
          <ac:chgData name="eman alharbi" userId="08b0621b28aa8523" providerId="LiveId" clId="{9119FB3F-A41E-4F0C-89C7-352CC62E0872}" dt="2025-10-30T11:00:29.147" v="1639" actId="14100"/>
          <ac:picMkLst>
            <pc:docMk/>
            <pc:sldMk cId="1954898708" sldId="275"/>
            <ac:picMk id="4" creationId="{8E11E8F7-D595-FEE5-A187-434798F1C487}"/>
          </ac:picMkLst>
        </pc:picChg>
        <pc:picChg chg="add del mod">
          <ac:chgData name="eman alharbi" userId="08b0621b28aa8523" providerId="LiveId" clId="{9119FB3F-A41E-4F0C-89C7-352CC62E0872}" dt="2025-10-30T11:00:24.056" v="1637" actId="478"/>
          <ac:picMkLst>
            <pc:docMk/>
            <pc:sldMk cId="1954898708" sldId="275"/>
            <ac:picMk id="5" creationId="{8DE5E4BA-8A52-B412-8410-93246A5E52FC}"/>
          </ac:picMkLst>
        </pc:picChg>
      </pc:sldChg>
      <pc:sldChg chg="addSp modSp new mod">
        <pc:chgData name="eman alharbi" userId="08b0621b28aa8523" providerId="LiveId" clId="{9119FB3F-A41E-4F0C-89C7-352CC62E0872}" dt="2025-10-19T18:59:27.334" v="1613" actId="1076"/>
        <pc:sldMkLst>
          <pc:docMk/>
          <pc:sldMk cId="3344133974" sldId="276"/>
        </pc:sldMkLst>
        <pc:spChg chg="mod">
          <ac:chgData name="eman alharbi" userId="08b0621b28aa8523" providerId="LiveId" clId="{9119FB3F-A41E-4F0C-89C7-352CC62E0872}" dt="2025-10-19T18:56:46.401" v="1592" actId="20577"/>
          <ac:spMkLst>
            <pc:docMk/>
            <pc:sldMk cId="3344133974" sldId="276"/>
            <ac:spMk id="2" creationId="{214CD343-CE5E-DBC6-B010-0C2DCD17EC49}"/>
          </ac:spMkLst>
        </pc:spChg>
        <pc:spChg chg="mod">
          <ac:chgData name="eman alharbi" userId="08b0621b28aa8523" providerId="LiveId" clId="{9119FB3F-A41E-4F0C-89C7-352CC62E0872}" dt="2025-10-19T18:59:17.427" v="1611" actId="14100"/>
          <ac:spMkLst>
            <pc:docMk/>
            <pc:sldMk cId="3344133974" sldId="276"/>
            <ac:spMk id="3" creationId="{4B90037B-4578-DC0A-7587-CE4429D84241}"/>
          </ac:spMkLst>
        </pc:spChg>
        <pc:picChg chg="add mod">
          <ac:chgData name="eman alharbi" userId="08b0621b28aa8523" providerId="LiveId" clId="{9119FB3F-A41E-4F0C-89C7-352CC62E0872}" dt="2025-10-19T18:59:27.334" v="1613" actId="1076"/>
          <ac:picMkLst>
            <pc:docMk/>
            <pc:sldMk cId="3344133974" sldId="276"/>
            <ac:picMk id="5" creationId="{70503DFF-9E4F-7FA7-5620-2E3D9546C617}"/>
          </ac:picMkLst>
        </pc:picChg>
      </pc:sldChg>
      <pc:sldChg chg="new del">
        <pc:chgData name="eman alharbi" userId="08b0621b28aa8523" providerId="LiveId" clId="{9119FB3F-A41E-4F0C-89C7-352CC62E0872}" dt="2025-10-19T18:50:15.222" v="1588" actId="47"/>
        <pc:sldMkLst>
          <pc:docMk/>
          <pc:sldMk cId="3349784695" sldId="276"/>
        </pc:sldMkLst>
      </pc:sldChg>
      <pc:sldChg chg="addSp modSp new mod">
        <pc:chgData name="eman alharbi" userId="08b0621b28aa8523" providerId="LiveId" clId="{9119FB3F-A41E-4F0C-89C7-352CC62E0872}" dt="2025-10-19T19:02:32.980" v="1628" actId="1076"/>
        <pc:sldMkLst>
          <pc:docMk/>
          <pc:sldMk cId="71787605" sldId="277"/>
        </pc:sldMkLst>
        <pc:spChg chg="mod">
          <ac:chgData name="eman alharbi" userId="08b0621b28aa8523" providerId="LiveId" clId="{9119FB3F-A41E-4F0C-89C7-352CC62E0872}" dt="2025-10-19T19:00:02.779" v="1620" actId="27636"/>
          <ac:spMkLst>
            <pc:docMk/>
            <pc:sldMk cId="71787605" sldId="277"/>
            <ac:spMk id="2" creationId="{5FD62356-3492-FB5D-4246-AF759554A707}"/>
          </ac:spMkLst>
        </pc:spChg>
        <pc:spChg chg="mod">
          <ac:chgData name="eman alharbi" userId="08b0621b28aa8523" providerId="LiveId" clId="{9119FB3F-A41E-4F0C-89C7-352CC62E0872}" dt="2025-10-19T19:01:13.063" v="1625" actId="403"/>
          <ac:spMkLst>
            <pc:docMk/>
            <pc:sldMk cId="71787605" sldId="277"/>
            <ac:spMk id="3" creationId="{3D32C981-373E-E869-F3A3-08620181D009}"/>
          </ac:spMkLst>
        </pc:spChg>
        <pc:picChg chg="add mod">
          <ac:chgData name="eman alharbi" userId="08b0621b28aa8523" providerId="LiveId" clId="{9119FB3F-A41E-4F0C-89C7-352CC62E0872}" dt="2025-10-19T19:02:32.980" v="1628" actId="1076"/>
          <ac:picMkLst>
            <pc:docMk/>
            <pc:sldMk cId="71787605" sldId="277"/>
            <ac:picMk id="5" creationId="{F5876A93-399B-BC6B-C15B-79287A143AC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1505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2198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7695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88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18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28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04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13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139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817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04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55BC375-9A82-4C84-B2EB-6F6BAF409B31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EB3F915-DBC5-44E5-B150-9AA819286B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7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1C9C-B025-21B7-663E-F938BC072F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8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C877D0-16D1-D98A-8BB9-3E6997BF7E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Working with files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7514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ED36-450E-7D05-58F7-2E0DB5F7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Need for a data file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1A8C8-F924-6B9D-5DDB-7F2A15C5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To Store data in organized manner </a:t>
            </a:r>
          </a:p>
          <a:p>
            <a:r>
              <a:rPr lang="en-GB" sz="2400" dirty="0"/>
              <a:t>To store data permanently </a:t>
            </a:r>
          </a:p>
          <a:p>
            <a:r>
              <a:rPr lang="en-GB" sz="2400" dirty="0"/>
              <a:t>To access data faster </a:t>
            </a:r>
          </a:p>
          <a:p>
            <a:r>
              <a:rPr lang="en-GB" sz="2400" dirty="0"/>
              <a:t>To Search data faster </a:t>
            </a:r>
          </a:p>
          <a:p>
            <a:r>
              <a:rPr lang="en-GB" sz="2400" dirty="0"/>
              <a:t>To easily modify data later on</a:t>
            </a:r>
          </a:p>
        </p:txBody>
      </p:sp>
    </p:spTree>
    <p:extLst>
      <p:ext uri="{BB962C8B-B14F-4D97-AF65-F5344CB8AC3E}">
        <p14:creationId xmlns:p14="http://schemas.microsoft.com/office/powerpoint/2010/main" val="2310969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7F182-37CE-5ADC-3E56-3D83218E9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Handling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15B22-AA81-B154-ECFF-5F7A133D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File handling in Python enables us to </a:t>
            </a:r>
            <a:r>
              <a:rPr lang="en-GB" sz="2400" dirty="0">
                <a:solidFill>
                  <a:srgbClr val="FF0000"/>
                </a:solidFill>
              </a:rPr>
              <a:t>create, update, read, and delete </a:t>
            </a:r>
            <a:r>
              <a:rPr lang="en-GB" sz="2400" dirty="0"/>
              <a:t>the files stored on the file system through our python program. </a:t>
            </a:r>
          </a:p>
          <a:p>
            <a:r>
              <a:rPr lang="en-GB" sz="2400" dirty="0"/>
              <a:t>In Python, File Handling consists of following three steps: </a:t>
            </a:r>
          </a:p>
          <a:p>
            <a:pPr lvl="1"/>
            <a:r>
              <a:rPr lang="en-GB" sz="2000" dirty="0"/>
              <a:t>Open the file. </a:t>
            </a:r>
          </a:p>
          <a:p>
            <a:pPr lvl="1"/>
            <a:r>
              <a:rPr lang="en-GB" sz="2000" dirty="0"/>
              <a:t>Process file </a:t>
            </a:r>
            <a:r>
              <a:rPr lang="en-GB" sz="2000" dirty="0" err="1"/>
              <a:t>i.e</a:t>
            </a:r>
            <a:r>
              <a:rPr lang="en-GB" sz="2000" dirty="0"/>
              <a:t> perform read or write operation. </a:t>
            </a:r>
          </a:p>
          <a:p>
            <a:pPr lvl="1"/>
            <a:r>
              <a:rPr lang="en-GB" sz="2000" dirty="0"/>
              <a:t>Close the file.</a:t>
            </a:r>
          </a:p>
        </p:txBody>
      </p:sp>
    </p:spTree>
    <p:extLst>
      <p:ext uri="{BB962C8B-B14F-4D97-AF65-F5344CB8AC3E}">
        <p14:creationId xmlns:p14="http://schemas.microsoft.com/office/powerpoint/2010/main" val="4114581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C0307-4D4A-921F-6CBD-F145F1603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Opening a file and File object</a:t>
            </a:r>
            <a:br>
              <a:rPr lang="en-GB" dirty="0"/>
            </a:br>
            <a:r>
              <a:rPr lang="en-GB" sz="3600" dirty="0"/>
              <a:t>function: </a:t>
            </a:r>
            <a:r>
              <a:rPr lang="en-GB" sz="3600" b="1" dirty="0">
                <a:solidFill>
                  <a:srgbClr val="FF0000"/>
                </a:solidFill>
              </a:rPr>
              <a:t>open()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0A2D0-0577-BC10-F647-DBCE822EE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000" dirty="0"/>
              <a:t>Before any reading or writing operation of any file, it must be opened first.</a:t>
            </a:r>
          </a:p>
          <a:p>
            <a:r>
              <a:rPr lang="en-GB" sz="2000" dirty="0"/>
              <a:t>A file can be opened with a built-in function called </a:t>
            </a:r>
            <a:r>
              <a:rPr lang="en-GB" sz="2000" dirty="0">
                <a:solidFill>
                  <a:srgbClr val="FF0000"/>
                </a:solidFill>
              </a:rPr>
              <a:t>open().</a:t>
            </a:r>
            <a:r>
              <a:rPr lang="en-GB" sz="2000" dirty="0"/>
              <a:t> This function takes in the </a:t>
            </a:r>
            <a:r>
              <a:rPr lang="en-GB" sz="2000" dirty="0">
                <a:solidFill>
                  <a:srgbClr val="FF0000"/>
                </a:solidFill>
              </a:rPr>
              <a:t>file’s address </a:t>
            </a:r>
            <a:r>
              <a:rPr lang="en-GB" sz="2000" dirty="0"/>
              <a:t>and the </a:t>
            </a:r>
            <a:r>
              <a:rPr lang="en-GB" sz="2000" dirty="0" err="1">
                <a:solidFill>
                  <a:srgbClr val="FF0000"/>
                </a:solidFill>
              </a:rPr>
              <a:t>access_mode</a:t>
            </a:r>
            <a:r>
              <a:rPr lang="en-GB" sz="2000" dirty="0">
                <a:solidFill>
                  <a:srgbClr val="FF0000"/>
                </a:solidFill>
              </a:rPr>
              <a:t> </a:t>
            </a:r>
            <a:r>
              <a:rPr lang="en-GB" sz="2000" dirty="0"/>
              <a:t>and returns a </a:t>
            </a:r>
            <a:r>
              <a:rPr lang="en-GB" sz="2000" dirty="0">
                <a:solidFill>
                  <a:srgbClr val="FF0000"/>
                </a:solidFill>
              </a:rPr>
              <a:t>file object</a:t>
            </a:r>
            <a:r>
              <a:rPr lang="en-GB" sz="2000" dirty="0"/>
              <a:t>. </a:t>
            </a:r>
          </a:p>
          <a:p>
            <a:r>
              <a:rPr lang="en-GB" sz="2000" dirty="0"/>
              <a:t>A file object allows us to use, access and manipulate all the user accessible files. </a:t>
            </a:r>
          </a:p>
          <a:p>
            <a:r>
              <a:rPr lang="en-GB" sz="2000" dirty="0"/>
              <a:t>Syntax: </a:t>
            </a:r>
            <a:r>
              <a:rPr lang="en-GB" sz="2000" dirty="0" err="1">
                <a:solidFill>
                  <a:srgbClr val="FF0000"/>
                </a:solidFill>
              </a:rPr>
              <a:t>file_object</a:t>
            </a:r>
            <a:r>
              <a:rPr lang="en-GB" sz="2000" dirty="0">
                <a:solidFill>
                  <a:srgbClr val="FF0000"/>
                </a:solidFill>
              </a:rPr>
              <a:t> = open(</a:t>
            </a:r>
            <a:r>
              <a:rPr lang="en-GB" sz="2000" dirty="0" err="1">
                <a:solidFill>
                  <a:srgbClr val="FF0000"/>
                </a:solidFill>
              </a:rPr>
              <a:t>file_name</a:t>
            </a:r>
            <a:r>
              <a:rPr lang="en-GB" sz="2000" dirty="0">
                <a:solidFill>
                  <a:srgbClr val="FF0000"/>
                </a:solidFill>
              </a:rPr>
              <a:t>, </a:t>
            </a:r>
            <a:r>
              <a:rPr lang="en-GB" sz="2000" dirty="0" err="1">
                <a:solidFill>
                  <a:srgbClr val="FF0000"/>
                </a:solidFill>
              </a:rPr>
              <a:t>access_mode</a:t>
            </a:r>
            <a:r>
              <a:rPr lang="en-GB" sz="2000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GB" sz="1800" dirty="0" err="1">
                <a:solidFill>
                  <a:srgbClr val="FF0000"/>
                </a:solidFill>
              </a:rPr>
              <a:t>File_name</a:t>
            </a:r>
            <a:r>
              <a:rPr lang="en-GB" sz="1800" dirty="0">
                <a:solidFill>
                  <a:srgbClr val="FF0000"/>
                </a:solidFill>
              </a:rPr>
              <a:t> </a:t>
            </a:r>
            <a:r>
              <a:rPr lang="en-GB" sz="1800" dirty="0"/>
              <a:t>is the full name of the file with its path written between quates</a:t>
            </a:r>
          </a:p>
          <a:p>
            <a:pPr lvl="1"/>
            <a:r>
              <a:rPr lang="en-GB" sz="1800" dirty="0" err="1">
                <a:solidFill>
                  <a:srgbClr val="FF0000"/>
                </a:solidFill>
              </a:rPr>
              <a:t>Access_mode</a:t>
            </a:r>
            <a:r>
              <a:rPr lang="en-GB" sz="1800" dirty="0">
                <a:solidFill>
                  <a:srgbClr val="FF0000"/>
                </a:solidFill>
              </a:rPr>
              <a:t> </a:t>
            </a:r>
            <a:r>
              <a:rPr lang="en-GB" sz="1800" dirty="0"/>
              <a:t>determines what kind of operations can be performed with </a:t>
            </a:r>
            <a:r>
              <a:rPr lang="en-GB" sz="1800" dirty="0" err="1"/>
              <a:t>file,like</a:t>
            </a:r>
            <a:r>
              <a:rPr lang="en-GB" sz="1800" dirty="0"/>
              <a:t> </a:t>
            </a:r>
            <a:r>
              <a:rPr lang="en-GB" sz="1800" dirty="0" err="1"/>
              <a:t>read,write</a:t>
            </a:r>
            <a:r>
              <a:rPr lang="en-GB" sz="1800" dirty="0"/>
              <a:t> etc. </a:t>
            </a:r>
          </a:p>
          <a:p>
            <a:r>
              <a:rPr lang="en-GB" sz="2000" dirty="0"/>
              <a:t>Note : for text file operation file extension should be .txt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03936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6F948-D0EF-7DB4-12CF-4D92514F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887946"/>
          </a:xfrm>
        </p:spPr>
        <p:txBody>
          <a:bodyPr/>
          <a:lstStyle/>
          <a:p>
            <a:r>
              <a:rPr lang="en-GB" dirty="0"/>
              <a:t>File access modes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3EF01C-4EFF-CE98-4899-EB39317EA6FA}"/>
              </a:ext>
            </a:extLst>
          </p:cNvPr>
          <p:cNvSpPr txBox="1"/>
          <p:nvPr/>
        </p:nvSpPr>
        <p:spPr>
          <a:xfrm>
            <a:off x="703879" y="1298692"/>
            <a:ext cx="1025063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Times New Roman" panose="02020603050405020304" pitchFamily="18" charset="0"/>
              </a:rPr>
              <a:t>A mode indicates how a file is opened, such as whether or not writing to the file is allowed, if existing contents of the file are overwritten or appended, etc.</a:t>
            </a:r>
            <a:endParaRPr lang="en-US" altLang="en-US" sz="900" dirty="0"/>
          </a:p>
          <a:p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There are different types of </a:t>
            </a:r>
            <a:r>
              <a:rPr lang="en-GB" sz="2000" dirty="0" err="1"/>
              <a:t>access_modes</a:t>
            </a:r>
            <a:r>
              <a:rPr lang="en-GB" sz="2000" dirty="0"/>
              <a:t>:</a:t>
            </a:r>
            <a:endParaRPr lang="en-GB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7C1883-B5CA-7D11-E095-A0258693B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440" y="2958301"/>
            <a:ext cx="10250632" cy="348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02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B1EDD-77A3-6B4B-5A93-93B9CE62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Read/write text file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83EFF-0821-3DD9-9183-E3E96745A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The read() Method </a:t>
            </a:r>
          </a:p>
          <a:p>
            <a:pPr lvl="1"/>
            <a:r>
              <a:rPr lang="en-GB" sz="2000" dirty="0"/>
              <a:t>It reads the entire file and returns it contents in the form of a string. </a:t>
            </a:r>
          </a:p>
          <a:p>
            <a:pPr lvl="1"/>
            <a:r>
              <a:rPr lang="en-GB" sz="2000" dirty="0"/>
              <a:t>Reads at most size bytes or less if end of file occurs. if size not mentioned then read the entire file contents</a:t>
            </a:r>
          </a:p>
          <a:p>
            <a:r>
              <a:rPr lang="en-GB" sz="2400" dirty="0"/>
              <a:t>The write() Method </a:t>
            </a:r>
          </a:p>
          <a:p>
            <a:pPr lvl="1"/>
            <a:r>
              <a:rPr lang="en-GB" sz="2000" dirty="0"/>
              <a:t>It writes the contents to the file in the form of string. </a:t>
            </a:r>
          </a:p>
          <a:p>
            <a:pPr lvl="1"/>
            <a:r>
              <a:rPr lang="en-GB" sz="2000" dirty="0"/>
              <a:t>It does not return value. Due to buffering, the string may not actually show up in the file until the flush() or close() method is called. </a:t>
            </a:r>
          </a:p>
        </p:txBody>
      </p:sp>
    </p:spTree>
    <p:extLst>
      <p:ext uri="{BB962C8B-B14F-4D97-AF65-F5344CB8AC3E}">
        <p14:creationId xmlns:p14="http://schemas.microsoft.com/office/powerpoint/2010/main" val="1179892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3414-DE59-7D31-4852-9024F058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>
            <a:normAutofit/>
          </a:bodyPr>
          <a:lstStyle/>
          <a:p>
            <a:r>
              <a:rPr lang="en-US" sz="3400" dirty="0"/>
              <a:t>Reading file</a:t>
            </a:r>
            <a:br>
              <a:rPr lang="en-US" sz="3400" dirty="0"/>
            </a:br>
            <a:r>
              <a:rPr lang="en-US" sz="3400" dirty="0"/>
              <a:t>function: </a:t>
            </a:r>
            <a:r>
              <a:rPr lang="en-GB" sz="3400" b="1" dirty="0">
                <a:solidFill>
                  <a:srgbClr val="FF0000"/>
                </a:solidFill>
              </a:rPr>
              <a:t>read([size])</a:t>
            </a:r>
            <a:endParaRPr lang="en-GB" sz="34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D5634-0BDB-3843-34DD-687798448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74" y="2325158"/>
            <a:ext cx="4534048" cy="3854979"/>
          </a:xfrm>
        </p:spPr>
        <p:txBody>
          <a:bodyPr>
            <a:normAutofit/>
          </a:bodyPr>
          <a:lstStyle/>
          <a:p>
            <a:r>
              <a:rPr lang="en-GB" sz="2000" dirty="0"/>
              <a:t>read() function reads the entire file and returns it contents in the form of a string.</a:t>
            </a:r>
          </a:p>
          <a:p>
            <a:r>
              <a:rPr lang="en-GB" sz="2000" dirty="0"/>
              <a:t>Reads at most size bytes from the file (less if the read hits EOF before obtaining size bytes). </a:t>
            </a:r>
          </a:p>
          <a:p>
            <a:r>
              <a:rPr lang="en-GB" sz="2000" dirty="0"/>
              <a:t>If the size argument is negative or omitted, read all data until EOF is reached.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09084-0C7E-2AF5-4E52-7C9AEDC6D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018" y="1261161"/>
            <a:ext cx="4039164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17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E2C2F-C4FD-8010-1FC5-FC4AE2F4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074" y="172172"/>
            <a:ext cx="5141599" cy="1325562"/>
          </a:xfrm>
        </p:spPr>
        <p:txBody>
          <a:bodyPr>
            <a:normAutofit/>
          </a:bodyPr>
          <a:lstStyle/>
          <a:p>
            <a:r>
              <a:rPr lang="en-US" sz="3200" dirty="0"/>
              <a:t>Reading a line from the file</a:t>
            </a:r>
            <a:br>
              <a:rPr lang="en-US" sz="3200" dirty="0"/>
            </a:br>
            <a:r>
              <a:rPr lang="en-US" sz="3200" dirty="0"/>
              <a:t>function: </a:t>
            </a:r>
            <a:r>
              <a:rPr lang="en-US" sz="3200" b="1" dirty="0" err="1">
                <a:solidFill>
                  <a:srgbClr val="FF0000"/>
                </a:solidFill>
              </a:rPr>
              <a:t>readline</a:t>
            </a:r>
            <a:r>
              <a:rPr lang="en-US" sz="3200" b="1" dirty="0">
                <a:solidFill>
                  <a:srgbClr val="FF0000"/>
                </a:solidFill>
              </a:rPr>
              <a:t>(</a:t>
            </a:r>
            <a:r>
              <a:rPr lang="en-GB" sz="3200" b="1" dirty="0">
                <a:solidFill>
                  <a:srgbClr val="FF0000"/>
                </a:solidFill>
              </a:rPr>
              <a:t>size</a:t>
            </a:r>
            <a:r>
              <a:rPr lang="en-US" sz="3200" b="1" dirty="0">
                <a:solidFill>
                  <a:srgbClr val="FF0000"/>
                </a:solidFill>
              </a:rPr>
              <a:t>)</a:t>
            </a:r>
            <a:endParaRPr lang="en-GB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572E-4130-006D-63C2-B099ABE9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073" y="1807573"/>
            <a:ext cx="4938617" cy="4388942"/>
          </a:xfrm>
        </p:spPr>
        <p:txBody>
          <a:bodyPr>
            <a:normAutofit/>
          </a:bodyPr>
          <a:lstStyle/>
          <a:p>
            <a:r>
              <a:rPr lang="en-GB" sz="2000" dirty="0" err="1"/>
              <a:t>readline</a:t>
            </a:r>
            <a:r>
              <a:rPr lang="en-GB" sz="2000" dirty="0"/>
              <a:t>() function reads the first line of the file </a:t>
            </a:r>
            <a:r>
              <a:rPr lang="en-GB" sz="2000" dirty="0" err="1"/>
              <a:t>i.e</a:t>
            </a:r>
            <a:r>
              <a:rPr lang="en-GB" sz="2000" dirty="0"/>
              <a:t> till a newline character or an EOF in case of a file having a single line and returns a string. </a:t>
            </a:r>
          </a:p>
          <a:p>
            <a:r>
              <a:rPr lang="en-GB" sz="2000" dirty="0"/>
              <a:t>If the size argument is present and non-negative, it is a maximum byte count (including the trailing newline) and an incomplete line may be returned. </a:t>
            </a:r>
          </a:p>
          <a:p>
            <a:r>
              <a:rPr lang="en-GB" sz="2000" dirty="0"/>
              <a:t>An empty string is returned only when EOF is encountered immediately.</a:t>
            </a: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2549A5F-1E50-EC5F-F645-DFFC100FE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571" y="661484"/>
            <a:ext cx="4331161" cy="553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54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DE05-AEAA-670A-D00A-FA3557442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74" y="677863"/>
            <a:ext cx="4534047" cy="1325562"/>
          </a:xfrm>
        </p:spPr>
        <p:txBody>
          <a:bodyPr>
            <a:normAutofit/>
          </a:bodyPr>
          <a:lstStyle/>
          <a:p>
            <a:r>
              <a:rPr lang="en-US" sz="2800" dirty="0"/>
              <a:t>Writing to a file</a:t>
            </a:r>
            <a:br>
              <a:rPr lang="en-US" sz="2800" dirty="0"/>
            </a:br>
            <a:r>
              <a:rPr lang="en-US" sz="2800" dirty="0"/>
              <a:t>function: </a:t>
            </a:r>
            <a:r>
              <a:rPr lang="en-US" sz="2800" b="1" dirty="0">
                <a:solidFill>
                  <a:srgbClr val="FF0000"/>
                </a:solidFill>
              </a:rPr>
              <a:t>write(“string”)</a:t>
            </a:r>
            <a:endParaRPr lang="en-GB" sz="2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EDA1D-84E7-2FE3-7467-B022514D1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74" y="2325158"/>
            <a:ext cx="4534048" cy="3854979"/>
          </a:xfrm>
        </p:spPr>
        <p:txBody>
          <a:bodyPr>
            <a:normAutofit/>
          </a:bodyPr>
          <a:lstStyle/>
          <a:p>
            <a:r>
              <a:rPr lang="en-GB" sz="2000" b="1" dirty="0"/>
              <a:t>write(“string”) function</a:t>
            </a:r>
            <a:r>
              <a:rPr lang="en-GB" sz="2000" dirty="0"/>
              <a:t> writes the contents of string to the file. </a:t>
            </a:r>
          </a:p>
          <a:p>
            <a:r>
              <a:rPr lang="en-GB" sz="2000" dirty="0"/>
              <a:t>It has no return value. </a:t>
            </a:r>
          </a:p>
          <a:p>
            <a:r>
              <a:rPr lang="en-GB" sz="2000" dirty="0"/>
              <a:t>Due to buffering, the string may not actually show up in the file until the flush() or close() method is called.</a:t>
            </a: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63F3023-AB58-081C-3E1F-0E41F54A3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-233"/>
          <a:stretch>
            <a:fillRect/>
          </a:stretch>
        </p:blipFill>
        <p:spPr>
          <a:xfrm>
            <a:off x="5661912" y="1340644"/>
            <a:ext cx="5209989" cy="361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7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0BC49A-EC98-F26B-721F-4BDC23DAB848}"/>
              </a:ext>
            </a:extLst>
          </p:cNvPr>
          <p:cNvSpPr txBox="1"/>
          <p:nvPr/>
        </p:nvSpPr>
        <p:spPr>
          <a:xfrm>
            <a:off x="705019" y="1254636"/>
            <a:ext cx="9658181" cy="1585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02870" indent="-285750" defTabSz="914400"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Numeric values must be converted to strings to be able to write it into a file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AF5B47-D84B-F8FC-8FE6-095FC4859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3499" y="1699280"/>
            <a:ext cx="3592035" cy="500632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612F526-F766-686E-7F4A-EB8E971B1BDA}"/>
              </a:ext>
            </a:extLst>
          </p:cNvPr>
          <p:cNvSpPr txBox="1">
            <a:spLocks/>
          </p:cNvSpPr>
          <p:nvPr/>
        </p:nvSpPr>
        <p:spPr>
          <a:xfrm>
            <a:off x="802001" y="-137935"/>
            <a:ext cx="4534047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Writing to a file</a:t>
            </a:r>
            <a:br>
              <a:rPr lang="en-US" sz="2800" dirty="0"/>
            </a:br>
            <a:r>
              <a:rPr lang="en-US" sz="2800" dirty="0"/>
              <a:t>function: </a:t>
            </a:r>
            <a:r>
              <a:rPr lang="en-US" sz="2800" b="1" dirty="0">
                <a:solidFill>
                  <a:srgbClr val="FF0000"/>
                </a:solidFill>
              </a:rPr>
              <a:t>write(“string”)</a:t>
            </a:r>
            <a:endParaRPr lang="en-GB" sz="2800" b="1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1EE989-4A7D-26BB-E2F7-F9F75977F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773" y="1699280"/>
            <a:ext cx="3964966" cy="500632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AD00EB-6CFE-DC89-4517-7CCE787FBA1B}"/>
              </a:ext>
            </a:extLst>
          </p:cNvPr>
          <p:cNvCxnSpPr/>
          <p:nvPr/>
        </p:nvCxnSpPr>
        <p:spPr>
          <a:xfrm>
            <a:off x="5336048" y="3796145"/>
            <a:ext cx="11825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4B37891-971C-788F-934C-002AD46F67DB}"/>
              </a:ext>
            </a:extLst>
          </p:cNvPr>
          <p:cNvSpPr/>
          <p:nvPr/>
        </p:nvSpPr>
        <p:spPr>
          <a:xfrm>
            <a:off x="7834746" y="3082636"/>
            <a:ext cx="1143000" cy="34636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F53E07B-4B13-B074-3C3C-1A80BC6D54D5}"/>
              </a:ext>
            </a:extLst>
          </p:cNvPr>
          <p:cNvSpPr/>
          <p:nvPr/>
        </p:nvSpPr>
        <p:spPr>
          <a:xfrm>
            <a:off x="7834746" y="3622963"/>
            <a:ext cx="1143000" cy="34636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B123E32-9F0B-2376-C64E-A374B017D2D0}"/>
              </a:ext>
            </a:extLst>
          </p:cNvPr>
          <p:cNvSpPr/>
          <p:nvPr/>
        </p:nvSpPr>
        <p:spPr>
          <a:xfrm>
            <a:off x="7834746" y="4163290"/>
            <a:ext cx="1143000" cy="346364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EA4C37E-A6CC-33A2-E1F1-D8D064E6668B}"/>
              </a:ext>
            </a:extLst>
          </p:cNvPr>
          <p:cNvSpPr/>
          <p:nvPr/>
        </p:nvSpPr>
        <p:spPr>
          <a:xfrm>
            <a:off x="1828800" y="2615012"/>
            <a:ext cx="734291" cy="292112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3F35D4E-ED29-8339-AE97-E7A8CB57BE5A}"/>
              </a:ext>
            </a:extLst>
          </p:cNvPr>
          <p:cNvSpPr/>
          <p:nvPr/>
        </p:nvSpPr>
        <p:spPr>
          <a:xfrm>
            <a:off x="1828799" y="2974313"/>
            <a:ext cx="734291" cy="292112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E04BF6C-498A-8F76-59AE-B5CDFDA14171}"/>
              </a:ext>
            </a:extLst>
          </p:cNvPr>
          <p:cNvSpPr/>
          <p:nvPr/>
        </p:nvSpPr>
        <p:spPr>
          <a:xfrm>
            <a:off x="1828799" y="3384074"/>
            <a:ext cx="734291" cy="292112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246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6C38-0521-CE30-8755-6EC4E71B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 %%</a:t>
            </a:r>
            <a:r>
              <a:rPr lang="en-GB" dirty="0" err="1"/>
              <a:t>writefile</a:t>
            </a:r>
            <a:r>
              <a:rPr lang="en-GB" dirty="0"/>
              <a:t> 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92E84-44A2-F8BB-6D96-87787634C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 %%</a:t>
            </a:r>
            <a:r>
              <a:rPr lang="en-GB" dirty="0" err="1"/>
              <a:t>writefile</a:t>
            </a:r>
            <a:r>
              <a:rPr lang="en-GB" dirty="0"/>
              <a:t> magic command is specific to </a:t>
            </a:r>
            <a:r>
              <a:rPr lang="en-GB" dirty="0" err="1"/>
              <a:t>Jupyter</a:t>
            </a:r>
            <a:r>
              <a:rPr lang="en-GB" dirty="0"/>
              <a:t> Notebook and </a:t>
            </a:r>
            <a:r>
              <a:rPr lang="en-GB" dirty="0" err="1"/>
              <a:t>IPython</a:t>
            </a:r>
            <a:r>
              <a:rPr lang="en-GB" dirty="0"/>
              <a:t> environments. It allows you to write the contents of a cell directly to a file. However, this command does not work in a regular Python script or interactive Python shell.</a:t>
            </a:r>
          </a:p>
          <a:p>
            <a:r>
              <a:rPr lang="en-GB" dirty="0"/>
              <a:t>Syntax:  %%</a:t>
            </a:r>
            <a:r>
              <a:rPr lang="en-GB" dirty="0" err="1"/>
              <a:t>writefile</a:t>
            </a:r>
            <a:r>
              <a:rPr lang="en-GB" dirty="0"/>
              <a:t>  filename.txt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AB206-3194-ABD1-507D-CE422F8AB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5" b="56162"/>
          <a:stretch>
            <a:fillRect/>
          </a:stretch>
        </p:blipFill>
        <p:spPr>
          <a:xfrm>
            <a:off x="1551710" y="3591607"/>
            <a:ext cx="4697080" cy="25885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68B94D-A1E0-E05A-28DE-206A6C374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5" t="44310" b="4952"/>
          <a:stretch>
            <a:fillRect/>
          </a:stretch>
        </p:blipFill>
        <p:spPr>
          <a:xfrm>
            <a:off x="6538627" y="3591607"/>
            <a:ext cx="4143597" cy="264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91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4FEFB-DE38-2EA6-B5C2-A4298AF6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640081"/>
            <a:ext cx="4954920" cy="1606948"/>
          </a:xfrm>
        </p:spPr>
        <p:txBody>
          <a:bodyPr>
            <a:normAutofit/>
          </a:bodyPr>
          <a:lstStyle/>
          <a:p>
            <a:r>
              <a:rPr lang="en-GB" dirty="0"/>
              <a:t>Closing a file</a:t>
            </a:r>
            <a:br>
              <a:rPr lang="en-GB" dirty="0"/>
            </a:br>
            <a:r>
              <a:rPr lang="en-GB" dirty="0"/>
              <a:t>function: </a:t>
            </a:r>
            <a:r>
              <a:rPr lang="en-GB" b="1" dirty="0">
                <a:solidFill>
                  <a:srgbClr val="FF0000"/>
                </a:solidFill>
              </a:rPr>
              <a:t>close()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9CC80-AAA6-5DCA-0F15-53951813B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560106"/>
            <a:ext cx="4954920" cy="3724805"/>
          </a:xfrm>
        </p:spPr>
        <p:txBody>
          <a:bodyPr>
            <a:normAutofit/>
          </a:bodyPr>
          <a:lstStyle/>
          <a:p>
            <a:r>
              <a:rPr lang="en-GB" sz="2000" dirty="0"/>
              <a:t>close() function is used to close an open file. </a:t>
            </a:r>
          </a:p>
          <a:p>
            <a:r>
              <a:rPr lang="en-GB" sz="2000" dirty="0"/>
              <a:t>After using this method, an opened file will be closed and a closed file cannot be read or written any more.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DAFC02-6275-9C76-B723-EE720E06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173" y="1379774"/>
            <a:ext cx="5330935" cy="31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39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FB69-31E9-C98C-D755-23BD552D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31617"/>
            <a:ext cx="9692640" cy="728431"/>
          </a:xfrm>
        </p:spPr>
        <p:txBody>
          <a:bodyPr/>
          <a:lstStyle/>
          <a:p>
            <a:r>
              <a:rPr lang="en-GB" dirty="0"/>
              <a:t>Iterating over lines in a file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A88D9D-073D-76CD-79AA-1C76C705F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198418"/>
            <a:ext cx="8595360" cy="4981719"/>
          </a:xfrm>
        </p:spPr>
        <p:txBody>
          <a:bodyPr>
            <a:normAutofit/>
          </a:bodyPr>
          <a:lstStyle/>
          <a:p>
            <a:r>
              <a:rPr lang="en-US" dirty="0"/>
              <a:t>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Output:  </a:t>
            </a:r>
            <a:endParaRPr lang="en-GB" dirty="0"/>
          </a:p>
        </p:txBody>
      </p:sp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1FB7941F-C173-C310-519A-32832E06AD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384"/>
          <a:stretch>
            <a:fillRect/>
          </a:stretch>
        </p:blipFill>
        <p:spPr>
          <a:xfrm>
            <a:off x="2721994" y="1198418"/>
            <a:ext cx="5249008" cy="38220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8A5326-88E4-FC61-5D85-3CDEE9BB9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819"/>
          <a:stretch>
            <a:fillRect/>
          </a:stretch>
        </p:blipFill>
        <p:spPr>
          <a:xfrm>
            <a:off x="2721994" y="5257787"/>
            <a:ext cx="5249008" cy="120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9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75470D1-A9BC-450A-94B8-E09E222C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42E43C-D40D-4231-887F-A151902A5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079" y="0"/>
            <a:ext cx="723376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4528F-86BC-4C8A-3A72-DD2502F20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43467"/>
            <a:ext cx="4551218" cy="132387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200" dirty="0"/>
              <a:t>Example: iterating and calculating average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CCAECC-67C3-8CD1-CA7F-C0132D568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163" y="0"/>
            <a:ext cx="5498837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1063E9-2337-25ED-A3A7-683E0C6C77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5" b="56162"/>
          <a:stretch>
            <a:fillRect/>
          </a:stretch>
        </p:blipFill>
        <p:spPr>
          <a:xfrm>
            <a:off x="838201" y="2206153"/>
            <a:ext cx="4697080" cy="258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57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A4574-34DC-5423-EB7A-C9CB8FAB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flush() </a:t>
            </a:r>
            <a:r>
              <a:rPr lang="en-GB" dirty="0"/>
              <a:t>method 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A2C45-7453-69E7-7D4F-DFFD67097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It is a file method can be called to force the interpreter to flush the output buffer to disk.</a:t>
            </a:r>
          </a:p>
          <a:p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BBA62-D9EF-443A-06DE-DF7E765A9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77" y="2673927"/>
            <a:ext cx="9645901" cy="405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15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007E4-B205-655E-D820-6F23EC6C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'with'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E6F88-73DF-820A-BDC4-B2EB518F7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with statement can be used to open a file, execute a block of statements, and automatically close the file when complete.</a:t>
            </a:r>
          </a:p>
          <a:p>
            <a:r>
              <a:rPr lang="en-GB" dirty="0"/>
              <a:t>The with statement creates a context manager, which manages the use of a resource, such as a file, by performing set-up and teardown operations.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A870E-FE9A-C027-6B74-7DC9A5EC9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56" y="3429000"/>
            <a:ext cx="6668431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60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51910-9096-B2FA-D0E6-8FD45F7E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-53045"/>
            <a:ext cx="9692640" cy="1325562"/>
          </a:xfrm>
        </p:spPr>
        <p:txBody>
          <a:bodyPr/>
          <a:lstStyle/>
          <a:p>
            <a:r>
              <a:rPr lang="en-US" dirty="0"/>
              <a:t>Example 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11E8F7-D595-FEE5-A187-434798F1C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982" y="1272517"/>
            <a:ext cx="7614847" cy="524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98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D343-CE5E-DBC6-B010-0C2DCD17E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Handling File Not Found Error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0037B-4578-DC0A-7587-CE4429D84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9480890" cy="4351337"/>
          </a:xfrm>
        </p:spPr>
        <p:txBody>
          <a:bodyPr>
            <a:normAutofit/>
          </a:bodyPr>
          <a:lstStyle/>
          <a:p>
            <a:r>
              <a:rPr lang="en-GB" sz="2000" dirty="0"/>
              <a:t>If a file does not exist, trying to open it in read mode causes a </a:t>
            </a:r>
            <a:r>
              <a:rPr lang="en-GB" sz="2000" b="1" dirty="0" err="1"/>
              <a:t>FileNotFoundError</a:t>
            </a:r>
            <a:r>
              <a:rPr lang="en-GB" sz="2000" dirty="0"/>
              <a:t>. We can handle this using </a:t>
            </a:r>
            <a:r>
              <a:rPr lang="en-GB" sz="2000" b="1" dirty="0">
                <a:solidFill>
                  <a:srgbClr val="FF0000"/>
                </a:solidFill>
              </a:rPr>
              <a:t>try-except</a:t>
            </a:r>
            <a:endParaRPr lang="en-GB" sz="2000" dirty="0"/>
          </a:p>
          <a:p>
            <a:pPr lvl="1"/>
            <a:r>
              <a:rPr lang="en-GB" sz="1800" dirty="0"/>
              <a:t>The </a:t>
            </a:r>
            <a:r>
              <a:rPr lang="en-GB" sz="1800" b="1" dirty="0"/>
              <a:t>try</a:t>
            </a:r>
            <a:r>
              <a:rPr lang="en-GB" sz="1800" dirty="0"/>
              <a:t> block attempts to open </a:t>
            </a:r>
            <a:r>
              <a:rPr lang="en-GB" sz="1800" b="1" dirty="0"/>
              <a:t>non_existent_file.txt</a:t>
            </a:r>
            <a:r>
              <a:rPr lang="en-GB" sz="1800" dirty="0"/>
              <a:t> in read mode.</a:t>
            </a:r>
          </a:p>
          <a:p>
            <a:pPr lvl="1"/>
            <a:r>
              <a:rPr lang="en-GB" sz="1800" dirty="0"/>
              <a:t>Since the file does not exist, a </a:t>
            </a:r>
            <a:r>
              <a:rPr lang="en-GB" sz="1800" b="1" dirty="0" err="1"/>
              <a:t>FileNotFoundError</a:t>
            </a:r>
            <a:r>
              <a:rPr lang="en-GB" sz="1800" dirty="0"/>
              <a:t> is raised.</a:t>
            </a:r>
          </a:p>
          <a:p>
            <a:pPr lvl="1"/>
            <a:r>
              <a:rPr lang="en-GB" sz="1800" dirty="0"/>
              <a:t>The </a:t>
            </a:r>
            <a:r>
              <a:rPr lang="en-GB" sz="1800" b="1" dirty="0"/>
              <a:t>except</a:t>
            </a:r>
            <a:r>
              <a:rPr lang="en-GB" sz="1800" dirty="0"/>
              <a:t> block catches this error and prints a user-friendly message.</a:t>
            </a:r>
          </a:p>
          <a:p>
            <a:endParaRPr lang="en-GB" sz="2000" dirty="0">
              <a:solidFill>
                <a:srgbClr val="FF0000"/>
              </a:solidFill>
            </a:endParaRPr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503DFF-9E4F-7FA7-5620-2E3D9546C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47" y="3645566"/>
            <a:ext cx="6298959" cy="307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33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2356-3492-FB5D-4246-AF759554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Handling Permission Error for File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2C981-373E-E869-F3A3-08620181D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Trying to open a file without the necessary permissions raises a </a:t>
            </a:r>
            <a:r>
              <a:rPr lang="en-GB" sz="2000" b="1" dirty="0" err="1"/>
              <a:t>PermissionError</a:t>
            </a:r>
            <a:r>
              <a:rPr lang="en-GB" sz="2000" dirty="0"/>
              <a:t>.</a:t>
            </a:r>
          </a:p>
          <a:p>
            <a:pPr lvl="1"/>
            <a:r>
              <a:rPr lang="en-GB" sz="1800" dirty="0"/>
              <a:t>The </a:t>
            </a:r>
            <a:r>
              <a:rPr lang="en-GB" sz="1800" b="1" dirty="0"/>
              <a:t>try</a:t>
            </a:r>
            <a:r>
              <a:rPr lang="en-GB" sz="1800" dirty="0"/>
              <a:t> block attempts to open </a:t>
            </a:r>
            <a:r>
              <a:rPr lang="en-GB" sz="1800" b="1" dirty="0"/>
              <a:t>/root/protected_file.txt</a:t>
            </a:r>
            <a:r>
              <a:rPr lang="en-GB" sz="1800" dirty="0"/>
              <a:t>, which may require administrator privileges.</a:t>
            </a:r>
          </a:p>
          <a:p>
            <a:pPr lvl="1"/>
            <a:r>
              <a:rPr lang="en-GB" sz="1800" dirty="0"/>
              <a:t>If the script lacks the necessary permissions, a </a:t>
            </a:r>
            <a:r>
              <a:rPr lang="en-GB" sz="1800" b="1" dirty="0" err="1"/>
              <a:t>PermissionError</a:t>
            </a:r>
            <a:r>
              <a:rPr lang="en-GB" sz="1800" dirty="0"/>
              <a:t> is raised.</a:t>
            </a:r>
          </a:p>
          <a:p>
            <a:pPr lvl="1"/>
            <a:r>
              <a:rPr lang="en-GB" sz="1800" dirty="0"/>
              <a:t>The </a:t>
            </a:r>
            <a:r>
              <a:rPr lang="en-GB" sz="1800" b="1" dirty="0"/>
              <a:t>except</a:t>
            </a:r>
            <a:r>
              <a:rPr lang="en-GB" sz="1800" dirty="0"/>
              <a:t> block catches the error and informs the user.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76A93-399B-BC6B-C15B-79287A143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774" y="4165630"/>
            <a:ext cx="7948045" cy="2326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7605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6035</TotalTime>
  <Words>938</Words>
  <Application>Microsoft Office PowerPoint</Application>
  <PresentationFormat>Widescreen</PresentationFormat>
  <Paragraphs>82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Schoolbook</vt:lpstr>
      <vt:lpstr>Times New Roman</vt:lpstr>
      <vt:lpstr>Wingdings 2</vt:lpstr>
      <vt:lpstr>View</vt:lpstr>
      <vt:lpstr>Lecture 8</vt:lpstr>
      <vt:lpstr>Need for a data file </vt:lpstr>
      <vt:lpstr>File Handling </vt:lpstr>
      <vt:lpstr>Opening a file and File object function: open()</vt:lpstr>
      <vt:lpstr>File access modes </vt:lpstr>
      <vt:lpstr>Read/write text file </vt:lpstr>
      <vt:lpstr>Reading file function: read([size])</vt:lpstr>
      <vt:lpstr>Reading a line from the file function: readline(size)</vt:lpstr>
      <vt:lpstr>Writing to a file function: write(“string”)</vt:lpstr>
      <vt:lpstr>PowerPoint Presentation</vt:lpstr>
      <vt:lpstr> %%writefile  </vt:lpstr>
      <vt:lpstr>Closing a file function: close()</vt:lpstr>
      <vt:lpstr>Iterating over lines in a file </vt:lpstr>
      <vt:lpstr>Example: iterating and calculating average </vt:lpstr>
      <vt:lpstr>flush() method  </vt:lpstr>
      <vt:lpstr>The 'with' statement</vt:lpstr>
      <vt:lpstr>Example </vt:lpstr>
      <vt:lpstr>Handling File Not Found Error</vt:lpstr>
      <vt:lpstr>Handling Permission Error for File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eman alharbi</dc:creator>
  <cp:lastModifiedBy>eman alharbi</cp:lastModifiedBy>
  <cp:revision>1</cp:revision>
  <dcterms:created xsi:type="dcterms:W3CDTF">2025-10-15T13:52:09Z</dcterms:created>
  <dcterms:modified xsi:type="dcterms:W3CDTF">2025-10-30T11:00:29Z</dcterms:modified>
</cp:coreProperties>
</file>